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webextensions/webextension1.xml" ContentType="application/vnd.ms-office.webextension+xml"/>
  <Override PartName="/ppt/webextensions/webextension2.xml" ContentType="application/vnd.ms-office.webextension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sldIdLst>
    <p:sldId id="256" r:id="rId5"/>
    <p:sldId id="258" r:id="rId6"/>
  </p:sldIdLst>
  <p:sldSz cx="12192000" cy="6858000"/>
  <p:notesSz cx="6858000" cy="9144000"/>
  <p:custDataLst>
    <p:tags r:id="rId7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51"/>
    <p:restoredTop sz="94647"/>
  </p:normalViewPr>
  <p:slideViewPr>
    <p:cSldViewPr snapToGrid="0" snapToObjects="1">
      <p:cViewPr varScale="1">
        <p:scale>
          <a:sx n="102" d="100"/>
          <a:sy n="102" d="100"/>
        </p:scale>
        <p:origin x="912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tags" Target="tags/tag1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tableStyles" Target="tableStyles.xml"/><Relationship Id="rId5" Type="http://schemas.openxmlformats.org/officeDocument/2006/relationships/slide" Target="slides/slide1.xml"/><Relationship Id="rId10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14106F-A246-2E48-9544-E8146AB80CF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3229C53-2CA9-764A-93AB-ECAD546B01F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6C782C-8745-7347-B6AC-4D8772289B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11/23/2025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1CFD0D-118D-4441-A91C-1B836A28AA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CB8388-0632-6942-96AC-2D619404ED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1746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BFEA2F-4473-0948-AB43-EBE335118A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08B151-747D-604F-903D-9A920F3178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047E0C-8A67-AE45-9E33-B90E65F826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11/23/2025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2C27D1-B1FA-884E-BB86-6AA912AD2C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40875C-8A74-6B43-8AF6-63659F8EC7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9327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B73F97-6513-314A-BEB3-8AC3A43CE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AC1008-6364-A640-BA0B-D8775884B5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5AB27E-7D19-9148-AFBE-D10DF7C15B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11/23/2025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17AB2F-DBDD-3343-AB56-539EF251BC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82543B-D933-004D-99FF-224DE8B970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29937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7E5657-C487-1D4B-9C65-4DD0F323D1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BF2E6E-20E6-9043-A03F-A481416CA8E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ECB42E3-D2BE-6F4D-92FC-1494FD65C17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2A5245B-18BD-FF4F-92B6-242006FB81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11/23/2025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E081255-874F-754B-A47E-861DA0CD1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E19D76-7CF9-AC46-8DF1-89FFCD7B2D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96216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93E17C-5F89-8D43-BA72-7627FFCB12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969009-5908-0446-A2D3-27CA7612D7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2A4F87B-6AD1-4F41-B65A-1712AF5CC50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39BD845-9E91-C744-AC94-1F3B0763A6B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05476AE-7625-BD41-9CA9-51364370D38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5E53358-AC69-5B4B-A141-FBCF7AC850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11/23/2025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9FCEA71-D074-9149-9053-65C6E547F0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AC57ED6-3E53-184B-96E1-A81C0B366A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74760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C97104-1EED-AC46-9BFE-74C4C89738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6CA8C08-9E8C-6741-A2F0-5FAB6AE5E4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11/23/2025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AD7E1B8-2D7B-4548-B1EC-8C766C92D9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DE0B748-F1C5-8749-8C42-DAC929DFFC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5467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FFE7249-F53D-4B4D-A448-22699C3D26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11/23/2025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4682F3B-F381-C642-956B-8B897A4E6B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599A17-3A94-2D4B-863A-D140FD43EA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98420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7E8CEF-1C51-8C45-A4DD-823EF2ED19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E374CA-1122-FA4B-B960-C80ADBD8CF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2EA1D2F-31D9-944B-9E05-A6DF632D8BC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438C1F2-E75A-7847-BE97-4BAFD26A3C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11/23/2025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7989FF9-DBBA-CD42-95A8-C1446B0102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B918F56-7D9A-9D48-8FD1-C96B13CCAF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7408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E687D9-2240-8D42-BF6D-3237D5EF1C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333825A-5AFC-8A42-93C4-F00E40A0FD9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F956E5-5DA8-AB49-9E03-65283DF2A3A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8163D5-4687-C243-A8A2-0650A78870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11/23/2025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8300BF0-29B6-B343-A484-59353A8ACA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48E5C9-1065-5147-B725-91FB99153E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60173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659CC8-54DA-0A42-9DA3-C9E7FB11FD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31DD596-2259-614F-A986-3F25CF600F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A5B1C8-F927-B147-8326-E3862924A8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11/23/2025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0B53A9-157A-9941-B952-607DAB5FA2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CF697C-66DE-734A-9CA9-579BCEA170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3883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BFAABD5-DA08-A547-B641-D0E08891728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2B8267B-68DB-BD49-A9B4-434AE7BB23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D2D5EC-A445-FF43-82E6-1E7554A5DC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11/23/2025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76C67B-5186-6A4F-8CC0-6CBFEB1182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BF1686-2B7E-F34D-B970-CC7FA2D3BC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71617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B0B6787-B51F-DB42-9E52-63E10EB865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63B9472-27F5-2144-BCEC-3E0A96761A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352788-8A6E-D24F-82D2-F38C9E41A4A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7A2730A-859E-B540-ADF3-E97069AD1FDB}" type="datetimeFigureOut">
              <a:rPr lang="en-US" smtClean="0"/>
              <a:t>11/23/2025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1DDB45-653D-0C49-B78E-967549C7BA6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ADC715-0B9A-0348-A62C-3F8BCE535B3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88490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11/relationships/webextension" Target="../webextensions/webextension1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microsoft.com/office/2011/relationships/webextension" Target="../webextensions/webextension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Add-in_Banner">
            <a:extLst>
              <a:ext uri="{FF2B5EF4-FFF2-40B4-BE49-F238E27FC236}">
                <a16:creationId xmlns:a16="http://schemas.microsoft.com/office/drawing/2014/main" id="{3469E413-BCF5-4E2F-BE4B-EB617C589FA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0" y="351395"/>
            <a:ext cx="12192000" cy="640515"/>
          </a:xfrm>
          <a:prstGeom prst="rect">
            <a:avLst/>
          </a:prstGeom>
          <a:solidFill>
            <a:srgbClr val="494748">
              <a:alpha val="470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1332000" tIns="180000" rIns="216000" bIns="18000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l" rtl="0">
              <a:spcAft>
                <a:spcPts val="0"/>
              </a:spcAft>
            </a:pPr>
            <a:r>
              <a:rPr lang="en-GB" sz="1800" dirty="0">
                <a:solidFill>
                  <a:srgbClr val="000000"/>
                </a:solidFill>
                <a:effectLst/>
                <a:latin typeface="Segoe UI Light" panose="020B0502040204020203" pitchFamily="34" charset="0"/>
                <a:ea typeface="Calibri" panose="020F0502020204030204" pitchFamily="34" charset="0"/>
                <a:cs typeface="Segoe UI Light" panose="020B0502040204020203" pitchFamily="34" charset="0"/>
              </a:rPr>
              <a:t>Microsoft Power BI</a:t>
            </a:r>
            <a:endParaRPr lang="en-IE" sz="1200" dirty="0">
              <a:effectLst/>
              <a:latin typeface="Segoe UI Light" panose="020B0502040204020203" pitchFamily="34" charset="0"/>
              <a:ea typeface="Calibri" panose="020F0502020204030204" pitchFamily="34" charset="0"/>
              <a:cs typeface="Segoe UI Light" panose="020B0502040204020203" pitchFamily="34" charset="0"/>
            </a:endParaRPr>
          </a:p>
        </p:txBody>
      </p:sp>
      <p:pic>
        <p:nvPicPr>
          <p:cNvPr id="7" name="Add-in_Icon" descr="Icon for Microsoft Power BI.">
            <a:extLst>
              <a:ext uri="{FF2B5EF4-FFF2-40B4-BE49-F238E27FC236}">
                <a16:creationId xmlns:a16="http://schemas.microsoft.com/office/drawing/2014/main" id="{87D43E1C-7B4D-44A2-8E6D-6786349BFB58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 bwMode="auto">
          <a:xfrm>
            <a:off x="914400" y="530365"/>
            <a:ext cx="291465" cy="291465"/>
          </a:xfrm>
          <a:prstGeom prst="rect">
            <a:avLst/>
          </a:prstGeom>
          <a:noFill/>
        </p:spPr>
      </p:pic>
      <mc:AlternateContent xmlns:mc="http://schemas.openxmlformats.org/markup-compatibility/2006">
        <mc:Choice xmlns:we="http://schemas.microsoft.com/office/webextensions/webextension/2010/11" xmlns:pca="http://schemas.microsoft.com/office/powerpoint/2013/contentapp" Requires="we pca">
          <p:graphicFrame>
            <p:nvGraphicFramePr>
              <p:cNvPr id="2" name="Add-in" descr="Add-in content for Microsoft Power BI."/>
              <p:cNvGraphicFramePr>
                <a:graphicFrameLocks noGrp="1"/>
              </p:cNvGraphicFramePr>
              <p:nvPr/>
            </p:nvGraphicFramePr>
            <p:xfrm>
              <a:off x="721012" y="1170879"/>
              <a:ext cx="10749976" cy="5335725"/>
            </p:xfrm>
            <a:graphic>
              <a:graphicData uri="http://schemas.microsoft.com/office/webextensions/webextension/2010/11">
                <we:webextensionref xmlns:we="http://schemas.microsoft.com/office/webextensions/webextension/2010/11" xmlns:r="http://schemas.openxmlformats.org/officeDocument/2006/relationships" r:id="rId3"/>
              </a:graphicData>
            </a:graphic>
          </p:graphicFrame>
        </mc:Choice>
        <mc:Fallback>
          <p:pic>
            <p:nvPicPr>
              <p:cNvPr id="2" name="Add-in" descr="Add-in content for Microsoft Power BI."/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21012" y="1170879"/>
                <a:ext cx="10749976" cy="5335725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2118595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9D40DC-2FDD-597D-D1A4-82520D009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5388" y="-87361"/>
            <a:ext cx="10515600" cy="1325563"/>
          </a:xfrm>
        </p:spPr>
        <p:txBody>
          <a:bodyPr/>
          <a:lstStyle/>
          <a:p>
            <a:r>
              <a:rPr lang="en-GB" dirty="0"/>
              <a:t>Certification matrix</a:t>
            </a:r>
            <a:endParaRPr lang="en-C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505B0C-A0A2-E047-1B3F-6FF6FE99CE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CH"/>
          </a:p>
        </p:txBody>
      </p:sp>
      <mc:AlternateContent xmlns:mc="http://schemas.openxmlformats.org/markup-compatibility/2006">
        <mc:Choice xmlns:we="http://schemas.microsoft.com/office/webextensions/webextension/2010/11" xmlns:pca="http://schemas.microsoft.com/office/powerpoint/2013/contentapp" Requires="we pca">
          <p:graphicFrame>
            <p:nvGraphicFramePr>
              <p:cNvPr id="4" name="Add-in" descr="Add-in content for Microsoft Power BI.">
                <a:extLst>
                  <a:ext uri="{FF2B5EF4-FFF2-40B4-BE49-F238E27FC236}">
                    <a16:creationId xmlns:a16="http://schemas.microsoft.com/office/drawing/2014/main" id="{9C79EFBB-B066-986B-4B04-190C9B421A5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728565690"/>
                  </p:ext>
                </p:extLst>
              </p:nvPr>
            </p:nvGraphicFramePr>
            <p:xfrm>
              <a:off x="721012" y="1170879"/>
              <a:ext cx="11288736" cy="5569286"/>
            </p:xfrm>
            <a:graphic>
              <a:graphicData uri="http://schemas.microsoft.com/office/webextensions/webextension/2010/11">
                <we:webextensionref xmlns:we="http://schemas.microsoft.com/office/webextensions/webextension/2010/11" xmlns:r="http://schemas.openxmlformats.org/officeDocument/2006/relationships" r:id="rId2"/>
              </a:graphicData>
            </a:graphic>
          </p:graphicFrame>
        </mc:Choice>
        <mc:Fallback>
          <p:pic>
            <p:nvPicPr>
              <p:cNvPr id="4" name="Add-in" descr="Add-in content for Microsoft Power BI.">
                <a:extLst>
                  <a:ext uri="{FF2B5EF4-FFF2-40B4-BE49-F238E27FC236}">
                    <a16:creationId xmlns:a16="http://schemas.microsoft.com/office/drawing/2014/main" id="{9C79EFBB-B066-986B-4B04-190C9B421A57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21012" y="1170879"/>
                <a:ext cx="11288736" cy="5569286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297404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FILE_NAME_PARSED_KEY" val="TRUE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webextension1.xml><?xml version="1.0" encoding="utf-8"?>
<we:webextension xmlns:we="http://schemas.microsoft.com/office/webextensions/webextension/2010/11" id="{d74f3262-c23d-4258-b0e1-66ba0e9e58f4}">
  <we:reference id="WA200003233" version="2.0.0.3" store="en-GB" storeType="OMEX"/>
  <we:alternateReferences/>
  <we:properties>
    <we:property name="Microsoft.Office.CampaignId" value="&quot;none&quot;"/>
    <we:property name="reportUrl" value="&quot;/links/g4sCYI6fju?ctid=157a18b4-75b6-4854-b030-3eba9da2b7ca&amp;pbi_source=linkShare&amp;bookmarkGuid=f228a299-f659-4e03-8c98-b77fb4435883&amp;fromEntryPoint=share&quot;"/>
    <we:property name="reportState" value="&quot;CONNECTED&quot;"/>
    <we:property name="artifactViewState" value="&quot;live&quot;"/>
    <we:property name="reportEmbeddedTime" value="&quot;2025-11-23T19:23:07.099Z&quot;"/>
    <we:property name="creatorSessionId" value="&quot;71f27311-cf9e-48c0-947b-e2187797530d&quot;"/>
    <we:property name="creatorUserId" value="&quot;1003200187BBF186&quot;"/>
    <we:property name="creatorTenantId" value="&quot;157a18b4-75b6-4854-b030-3eba9da2b7ca&quot;"/>
    <we:property name="pageDisplayName" value="&quot;Main  View&quot;"/>
    <we:property name="reportName" value="&quot;Certification_Tracker&quot;"/>
    <we:property name="isVisualContainerHeaderHidden" value="false"/>
    <we:property name="isFiltersActionButtonVisible" value="true"/>
    <we:property name="initialStateBookmark" value="&quot;H4sIAAAAAAAAA81Y3W/aMBD/V5Bf+hJVBNIW+sZHulX9FO26h6qanPgAt44d2Q4rq/jfd3YoGxUtnSYID4j4bN/97ufz2ecXwrjJBZ1e0gzIMekq9ZRR/VQLSUDkXHZ1dXbRGZz9uOxcxChWueVKGnL8QizVI7B33BRUOA0ovH8ICBXimo5ca0iFgYDkoI2SVPBfUA7GLqsLmAUEnnOhNHUqbyy14NROcDi20Xa430SLNLV8AjeQ2lI6gFxpO29TFg4Pm4csSaI6TaME0nYL55iy18NcP94Z9cB6SlrKJQJwsuYwiljEWL0VplBv1I8iOHLyIRd2PiSZxs+5Rr+RjWnu+OqhFyOleUoF8f5pMKU7L6SnRJH5r3hJfqMKncIAhr5LWm6nqGlEpbVkhixda4UcemEP//kQtTtnan7d3Iix+tnTgKYZOa7PggWaDptQmaJ0A1AY5CAZyJTjWn8EYsOU9FWGa1ZDLDuAwuCmsFXiQIUuRAzUBExAVBYdPHO7zqmvkg2FyUTQvEoIt9Q8VWl/OWOcrw2KDcOJX+OzciS9wliVVYngBvSEp7A+jW8YR3l4VxkUGV4DpgC1niqkbVTNxU5QcdrfEoylBPF9zM34nJud4+UrH40F/mxtCW+VkC5onnM52hKEPuR4tchAvpdGdueQ2Vrorj7zE4skORzpGNKPz953b0AXQE2h4f+uhGVx9WXRt4W9rLIE6xfm1sO8l1rM/hY38+eyy7fB+S4w5PGBXgHlASUGN7uYl7B/asbbEiEWQpAcxeFBJz5p1bvtOOpHJ604bLQbUaMdxr241e64+jl5xErUFY+oUWkGujv19WOf69cSNwzeuLKpwhHdckU4a7cO6w1AnFHYTA/Co7C9xTp3GdnifvjWAe/V/udus2tXywhMmHppOUgGeuQ3/AiXUrtJ6G1eAnAl7oKR5a+71+eKRkBONF4o3bT5g0qKFtb6GZASFMIOMALBZZ17R6Jk3M6ZO33DppkP+QTPZcOD+QdGEcodFYV/00FL59yWlLyUYpwtC+EHPpRh5KcwaukK2jLFPLHgY2iltr0uNTzdczE5j8ry2QfhPv71lrPAVEGQeSfd+FUxowprcprCNZWwggH0nErmgvNDFvyDGfFGMFx5ItbR5p7RFpzNZr8BRcit9NETAAA=&quot;"/>
    <we:property name="bookmark" value="&quot;H4sIAAAAAAAAA81YUW/aMBD+K8gve4mqBFIgfWsh3Sq1U9V23cPUB2Mf4NWxI9thYxX/fWeHslHR0mmC8ICIz+fzd5/PZ5+fCBe2lHT+mRZATsiZ1o8FNY+thERE1bK41xmzrM3jbtalcRb34/gYe3XphFaWnDwRR80E3L2wFZXeEAq/PUSESnlNJ741ptJCREowVisqxS+olbHLmQoWEYGfpdSGepO3jjrwZmeojm2EkBx1cEbKnJjBLTBXS2+g1MYt25Qn426ny0ejNKYsHQHL+jjG1r0B5nZ9P2kANtDKUaEQgJd1xmnKU87jfsIgbse9FHpePhbSLVVG8/xnadBvZGNeetoG6MVEG8GoJME/A7Z254kMtKyK8JWvyW91ZRjcwDh0KSfcHC1NqHKOLJCla6ORwyAc4L8Yo3XvTCssn9eY6h8DAzg1JyfxIlqhOeUzqhhKdwCFQwmKg2IC1/otEDumZKgLXLMWYjkAFBY3hWsSBxr0IWKhJWEGsrHoEIXfdd58k2xoTCaSlk1CuKP2scn51zPG5dag2DGc/Dk+G0cyqKzTRZMIbsHMBIPtaXzHOOrDu8mgKPAaMAdoDXSlXLtpLg6CiovhnmCsJYivU2Gnl8IeHC+fxGQq8edaa3ibhHRFy1KoyZ4gDKHEq0UB6rU0cjiHzN5Cd/OZP3JIksfBpsDePntfvQFdAbWVgf+7EtY11sdV3x72si5GWL9wvx72tdRij/a4md+XXb7cXB4CQwEfmA1QHlBicbPLZQn7p2a8qxFiIQSjXp4cn+bn/fgsy9Nhet7Pk3bWTttZkg/yfnbq6+fRd6xEffGIFrXhYM7moX4cCvNc4ibRC1d2VTiiW74I51m/G7cBcaZJhx0nvSTbY527jmx1P3zpQPDq6H232a2rZSUmTLO2HKQAMwkbfoJLafwg9LasAfgSd8XI+tf983NFOyLnBi+UftjyXYXhDFv9jEgNCmFHGIHgs843T6Liwi2Zu3jBpl2qvIPnuhHA/AOjCOWeyiq86eBMl8LVlDzVYhytKhkUH+owCkM4dXQDbYXmgVgIMbTR2oczagX74GNyGZX1sw/C/f7XW84KUwNBFpz0+ptiRlfOlpTBNVWwgQH0nCrug/NNFsKD2YqDxeI3zLS9QagTAAA=&quot;"/>
    <we:property name="datasetId" value="&quot;eede98aa-8b4e-4df3-a38e-dd677a57686c&quot;"/>
    <we:property name="embedUrl" value="&quot;/reportEmbed?reportId=4d48fae1-b5b1-4679-a935-09e0a3968d35&amp;config=eyJjbHVzdGVyVXJsIjoiaHR0cHM6Ly9XQUJJLVNXSVRaRVJMQU5ELU5PUlRILVBSSU1BUlktcmVkaXJlY3QuYW5hbHlzaXMud2luZG93cy5uZXQiLCJlbWJlZEZlYXR1cmVzIjp7InVzYWdlTWV0cmljc1ZOZXh0Ijp0cnVlfX0%3D&amp;disableSensitivityBanner=true&amp;storytellingChangeViewModeShortcutKeys=true&quot;"/>
    <we:property name="backgroundColor" value="&quot;#FFFFFF&quot;"/>
  </we:properties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98FC0B42-FEDC-47BB-A7BA-A186DB7E4CB8}">
  <we:reference id="WA200003233" version="2.0.0.3" store="en-GB" storeType="OMEX"/>
  <we:alternateReferences/>
  <we:properties>
    <we:property name="Microsoft.Office.CampaignId" value="&quot;none&quot;"/>
    <we:property name="artifactViewState" value="&quot;live&quot;"/>
    <we:property name="backgroundColor" value="&quot;#FFFFFF&quot;"/>
    <we:property name="bookmark" value="&quot;H4sIAAAAAAAAA81WS3PaMBD+K4wvuXgygDGY3BqSzGSatEzJpIcOB2EvoESWXFkmcRn+e3cluwES8po86gtotY/v25VWu/QSnmeCld9YCt6Bd6jUdcr0daPl+Z50sn6nO2m1pmEY9+Oo2QvjZtTEXZUZrmTuHSw9w/QMzCXPCybIEQp/jX2PCTFkM1pNmcjB9zLQuZJM8D/glHHL6AJWvge3mVCakcuRYQbI7QLVcY0QWvsBRmSx4QsYQWyc9AdkSptq3Wm3u33E1uq0IY6DbtiLyCZ3uxbm0/oU1AIbKGkYlwiAZN1+NGn3gm4ngKgTJpBAPyL5lAtTqUzK49tMI+9lnbZgEkTTuNcOWv1mK2QRS7o9BGTKjHYHyHGmNI+ZQKFzRH4ua85t3zvRKrUeq+LEqHksDTclOQBt+BTtiUwDg9M6B1S5sBGaK6zAzzlosC6QUMJd3tCfMvRDiCHPK+Gp3JTllZ0oUnlfe6QKHcMPmN4tLMIV1nKoFaEhlDMmjdnfxHoGCxCoiPgumSjsacFIZxxTgNmgJJAYrfeQrS6dwR5ZjFf0jd15WUPzLJRPpu4F2H1vrm4GGrCKCeXaXz5c2A+AeaRSPKmPYvqSLJiMUboN6BxYXmh4Y0TnzGh+W/v+r5J1nGKbKQEap0evy9i7oPo+MSCtyolgsweA0YnPuZyJqm/eNSp32b2ML5S5YBNBDUBNrrDHUVtCM6UT0IelvcxHXNfNs+VvEfjwK0T333V0NLhab9Pq5gW9501v9YecOuTtorwjy39NoeqVTOb1y+qiaiXsP5dthCQoB27vdwG6xMB2f0fA/d15RGc8R1aCZTkdX3rhUZSA5fAVyk+qrsU15FLWoKjez+K6Xr/PZHfvHL2Sz1a/2UFp0zcqaeXmhpps/XrLQgjfi+dcJBqkpb+tsuN9H8xZmiGOvZrOhZphk1vj80xHjtsON2O6BphJnMX6QafDgrDXSzrQjsLuI2Pcmz9RI9ALHiOJrapW8oad8l7R+1n1Vo0EetGV0sYrYL91iZcCTuz0RxUmz1gMQybdoJg5YBysnm0dCQGx/+2I+kD+7XzvVcMZfn8BpF9L3VcMAAA=&quot;"/>
    <we:property name="creatorSessionId" value="&quot;cab17aff-6878-42cc-94ea-f79b1460b263&quot;"/>
    <we:property name="creatorTenantId" value="&quot;157a18b4-75b6-4854-b030-3eba9da2b7ca&quot;"/>
    <we:property name="creatorUserId" value="&quot;1003200187BBF186&quot;"/>
    <we:property name="datasetId" value="&quot;eede98aa-8b4e-4df3-a38e-dd677a57686c&quot;"/>
    <we:property name="embedUrl" value="&quot;/reportEmbed?reportId=4d48fae1-b5b1-4679-a935-09e0a3968d35&amp;config=eyJjbHVzdGVyVXJsIjoiaHR0cHM6Ly9XQUJJLVNXSVRaRVJMQU5ELU5PUlRILVBSSU1BUlktcmVkaXJlY3QuYW5hbHlzaXMud2luZG93cy5uZXQiLCJlbWJlZEZlYXR1cmVzIjp7InVzYWdlTWV0cmljc1ZOZXh0Ijp0cnVlfX0%3D&amp;disableSensitivityBanner=true&amp;storytellingChangeViewModeShortcutKeys=true&quot;"/>
    <we:property name="initialStateBookmark" value="&quot;H4sIAAAAAAAAA81WWU/jMBD+K8gvvESINj15gwIS4hRF7MOqWrnJtDW4dtZ2ClnEf98ZO1naQrnEsXlpPZ7j+2bs8dyxVNhM8uKET4FtsR2tr6fcXK/VWMRUKTs9PTzePj/8dbJ9vIdinTmhlWVbd8xxMwZ3KWzOJXlA4c9BxLiUZ3xMqxGXFiKWgbFacSn+QFDGLWdyuI8Y3GZSG04u+447ILczVMc1xq5txBiRJ07MoA+JC9JzyLRx5bpRr7e6zWSz1qhDksStZrtDNjbsepgv61NQD6ynleNCIQCStbqdYb0dtxoxdBrNFFLodkg+EtKVKsNi7zYzyPuuylc8jDujpF2Pa93NWpN3eNpqIyBXZLTbQ45jbUTCJQqDI/JzWXGuR2zf6Kn3WFYlQc095YQryAEYJ0ZoT2TWMDitLaDKhY+weY8V+DEBA94FEkpFyBv6045+CDFYWwoP1KLMlnYyn6rH2n2dmwTOYfSw8AjvsZZnRhMaQjnmyrmNRaxHMAOJiojvksvcnxaMdCQwBZgNSgKJ0Xod2ZoiGKyTxeCevkE4L3NoXoXyxdS9AXvEJvqmZwCrmFKuo7unC/sFMHf1FE/qs5i20xlXCUqXAR0Dt7mBD0Z0zJ0Rt5Xv/ypZe1NsMwXA2sHu+zL2KahOhw6UV9mXfPwEMDrxVqixLPvmQ6MKl51lYqbdBR9KagB6eIU9jtoSmmmTgtkp/GXeFaZqnrVoicCXXyG6/6Gjo8HVfJvWN2/oPR96q7/k1CHvEOUTWf5rCmWv5MpWL2uIarT0/0K2EZKkHIS93zmYAgP7/RUBN1bnEZ0Ji6wkzywdX3rhUZSC53AIxTdV1+M6E0pVoKjer+I6X7/vZPfoHL2Tz1K/WUFp0TcqGR3mhops9XqrXMqIJRMhUwPK019WWfG+9yZ8miGO9YrOhR5jk5vj80pHgdsKNwO6BphJnMW6caPB42a7nTag3mm2nhnjPvyJ6oOZiQRJLFW1lK/5Ke8dvZ+Xb1VfohdTKi28Av6bl7Ap4MROf3TubMYTOOMqDIpZACbA6/nWkRIQ/9+PqE/k38/3zAdBaIKeoecNqC6sHObw+wtJISUYgAwAAA==&quot;"/>
    <we:property name="isFiltersActionButtonVisible" value="true"/>
    <we:property name="isVisualContainerHeaderHidden" value="false"/>
    <we:property name="pageDisplayName" value="&quot;Page 2&quot;"/>
    <we:property name="reportEmbeddedTime" value="&quot;2025-11-23T19:22:33.400Z&quot;"/>
    <we:property name="reportName" value="&quot;Certification_Tracker&quot;"/>
    <we:property name="reportState" value="&quot;CONNECTED&quot;"/>
    <we:property name="reportUrl" value="&quot;/links/g4sCYI6fju?ctid=157a18b4-75b6-4854-b030-3eba9da2b7ca&amp;pbi_source=linkShare&amp;fromEntryPoint=share&quot;"/>
  </we:properties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5df96eb1-b517-4c1a-9bab-1b686497687b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C73EF3978F8631418AC5DBEE0016DF18" ma:contentTypeVersion="17" ma:contentTypeDescription="Ein neues Dokument erstellen." ma:contentTypeScope="" ma:versionID="54ff08ef45f26fbacbcc0071b19d6d16">
  <xsd:schema xmlns:xsd="http://www.w3.org/2001/XMLSchema" xmlns:xs="http://www.w3.org/2001/XMLSchema" xmlns:p="http://schemas.microsoft.com/office/2006/metadata/properties" xmlns:ns3="f116553c-f143-4569-95ac-548c31a724b5" xmlns:ns4="5df96eb1-b517-4c1a-9bab-1b686497687b" targetNamespace="http://schemas.microsoft.com/office/2006/metadata/properties" ma:root="true" ma:fieldsID="fadab379a7713538b72cc88d46d390f0" ns3:_="" ns4:_="">
    <xsd:import namespace="f116553c-f143-4569-95ac-548c31a724b5"/>
    <xsd:import namespace="5df96eb1-b517-4c1a-9bab-1b686497687b"/>
    <xsd:element name="properties">
      <xsd:complexType>
        <xsd:sequence>
          <xsd:element name="documentManagement">
            <xsd:complexType>
              <xsd:all>
                <xsd:element ref="ns3:SharedWithUsers" minOccurs="0"/>
                <xsd:element ref="ns3:SharedWithDetails" minOccurs="0"/>
                <xsd:element ref="ns3:SharingHintHash" minOccurs="0"/>
                <xsd:element ref="ns4:MediaServiceMetadata" minOccurs="0"/>
                <xsd:element ref="ns4:MediaServiceFastMetadata" minOccurs="0"/>
                <xsd:element ref="ns4:MediaServiceAutoKeyPoints" minOccurs="0"/>
                <xsd:element ref="ns4:MediaServiceKeyPoints" minOccurs="0"/>
                <xsd:element ref="ns4:MediaServiceDateTaken" minOccurs="0"/>
                <xsd:element ref="ns4:MediaServiceAutoTags" minOccurs="0"/>
                <xsd:element ref="ns4:MediaLengthInSeconds" minOccurs="0"/>
                <xsd:element ref="ns4:MediaServiceOCR" minOccurs="0"/>
                <xsd:element ref="ns4:MediaServiceGenerationTime" minOccurs="0"/>
                <xsd:element ref="ns4:MediaServiceEventHashCode" minOccurs="0"/>
                <xsd:element ref="ns4:_activity" minOccurs="0"/>
                <xsd:element ref="ns4:MediaServiceObjectDetectorVersions" minOccurs="0"/>
                <xsd:element ref="ns4:MediaServiceSystemTags" minOccurs="0"/>
                <xsd:element ref="ns4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116553c-f143-4569-95ac-548c31a724b5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Freigegeben für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Freigegeben für -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0" nillable="true" ma:displayName="Freigabehinweishash" ma:hidden="true" ma:internalName="SharingHintHash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df96eb1-b517-4c1a-9bab-1b686497687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3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4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5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6" nillable="true" ma:displayName="Tags" ma:internalName="MediaServiceAutoTags" ma:readOnly="true">
      <xsd:simpleType>
        <xsd:restriction base="dms:Text"/>
      </xsd:simpleType>
    </xsd:element>
    <xsd:element name="MediaLengthInSeconds" ma:index="17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9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0" nillable="true" ma:displayName="MediaServiceEventHashCode" ma:hidden="true" ma:internalName="MediaServiceEventHashCode" ma:readOnly="true">
      <xsd:simpleType>
        <xsd:restriction base="dms:Text"/>
      </xsd:simpleType>
    </xsd:element>
    <xsd:element name="_activity" ma:index="21" nillable="true" ma:displayName="_activity" ma:hidden="true" ma:internalName="_activity">
      <xsd:simpleType>
        <xsd:restriction base="dms:Note"/>
      </xsd:simpleType>
    </xsd:element>
    <xsd:element name="MediaServiceObjectDetectorVersions" ma:index="2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23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24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617AB1FA-2F28-4684-9230-02ACEB6C0B0A}">
  <ds:schemaRefs>
    <ds:schemaRef ds:uri="http://purl.org/dc/elements/1.1/"/>
    <ds:schemaRef ds:uri="http://purl.org/dc/terms/"/>
    <ds:schemaRef ds:uri="http://purl.org/dc/dcmitype/"/>
    <ds:schemaRef ds:uri="http://schemas.microsoft.com/office/2006/documentManagement/types"/>
    <ds:schemaRef ds:uri="http://schemas.openxmlformats.org/package/2006/metadata/core-properties"/>
    <ds:schemaRef ds:uri="http://schemas.microsoft.com/office/infopath/2007/PartnerControls"/>
    <ds:schemaRef ds:uri="http://schemas.microsoft.com/office/2006/metadata/properties"/>
    <ds:schemaRef ds:uri="5df96eb1-b517-4c1a-9bab-1b686497687b"/>
    <ds:schemaRef ds:uri="f116553c-f143-4569-95ac-548c31a724b5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E21AFCC0-734A-4A90-A597-A1CB34860DCD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EA4BB6BF-AD60-48BB-A422-27B032566FDD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116553c-f143-4569-95ac-548c31a724b5"/>
    <ds:schemaRef ds:uri="5df96eb1-b517-4c1a-9bab-1b686497687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1578</TotalTime>
  <Words>5</Words>
  <Application>Microsoft Office PowerPoint</Application>
  <PresentationFormat>Widescreen</PresentationFormat>
  <Paragraphs>2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Arial</vt:lpstr>
      <vt:lpstr>Calibri</vt:lpstr>
      <vt:lpstr>Calibri Light</vt:lpstr>
      <vt:lpstr>Segoe UI Light</vt:lpstr>
      <vt:lpstr>Office Theme</vt:lpstr>
      <vt:lpstr>Microsoft Power BI</vt:lpstr>
      <vt:lpstr>Certification matrix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</dc:creator>
  <cp:lastModifiedBy>Anthony Yao-Bama</cp:lastModifiedBy>
  <cp:revision>4</cp:revision>
  <dcterms:created xsi:type="dcterms:W3CDTF">2018-06-07T21:39:02Z</dcterms:created>
  <dcterms:modified xsi:type="dcterms:W3CDTF">2025-11-23T20:39:41Z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0x010100C73EF3978F8631418AC5DBEE0016DF18</vt:lpwstr>
  </property>
  <property fmtid="{D5CDD505-2E9C-101B-9397-08002B2CF9AE}" pid="3" name="MSIP_Label_f42aa342-8706-4288-bd11-ebb85995028c_Enabled">
    <vt:lpwstr>True</vt:lpwstr>
  </property>
  <property fmtid="{D5CDD505-2E9C-101B-9397-08002B2CF9AE}" pid="4" name="MSIP_Label_f42aa342-8706-4288-bd11-ebb85995028c_SiteId">
    <vt:lpwstr>72f988bf-86f1-41af-91ab-2d7cd011db47</vt:lpwstr>
  </property>
  <property fmtid="{D5CDD505-2E9C-101B-9397-08002B2CF9AE}" pid="5" name="MSIP_Label_f42aa342-8706-4288-bd11-ebb85995028c_Owner">
    <vt:lpwstr>t-dahop@microsoft.com</vt:lpwstr>
  </property>
  <property fmtid="{D5CDD505-2E9C-101B-9397-08002B2CF9AE}" pid="6" name="MSIP_Label_f42aa342-8706-4288-bd11-ebb85995028c_SetDate">
    <vt:lpwstr>2018-06-18T13:45:27.3782680Z</vt:lpwstr>
  </property>
  <property fmtid="{D5CDD505-2E9C-101B-9397-08002B2CF9AE}" pid="7" name="MSIP_Label_f42aa342-8706-4288-bd11-ebb85995028c_Name">
    <vt:lpwstr>General</vt:lpwstr>
  </property>
  <property fmtid="{D5CDD505-2E9C-101B-9397-08002B2CF9AE}" pid="8" name="MSIP_Label_f42aa342-8706-4288-bd11-ebb85995028c_Application">
    <vt:lpwstr>Microsoft Azure Information Protection</vt:lpwstr>
  </property>
  <property fmtid="{D5CDD505-2E9C-101B-9397-08002B2CF9AE}" pid="9" name="MSIP_Label_f42aa342-8706-4288-bd11-ebb85995028c_Extended_MSFT_Method">
    <vt:lpwstr>Automatic</vt:lpwstr>
  </property>
  <property fmtid="{D5CDD505-2E9C-101B-9397-08002B2CF9AE}" pid="10" name="Sensitivity">
    <vt:lpwstr>General</vt:lpwstr>
  </property>
</Properties>
</file>