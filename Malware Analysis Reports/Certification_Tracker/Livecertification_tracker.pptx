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02" d="100"/>
          <a:sy n="102" d="100"/>
        </p:scale>
        <p:origin x="91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40DC-2FDD-597D-D1A4-82520D009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388" y="-87361"/>
            <a:ext cx="10515600" cy="1325563"/>
          </a:xfrm>
        </p:spPr>
        <p:txBody>
          <a:bodyPr/>
          <a:lstStyle/>
          <a:p>
            <a:r>
              <a:rPr lang="en-GB" dirty="0"/>
              <a:t>Certification matrix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05B0C-A0A2-E047-1B3F-6FF6FE99C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" descr="Add-in content for Microsoft Power BI.">
                <a:extLst>
                  <a:ext uri="{FF2B5EF4-FFF2-40B4-BE49-F238E27FC236}">
                    <a16:creationId xmlns:a16="http://schemas.microsoft.com/office/drawing/2014/main" id="{9C79EFBB-B066-986B-4B04-190C9B421A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8565690"/>
                  </p:ext>
                </p:extLst>
              </p:nvPr>
            </p:nvGraphicFramePr>
            <p:xfrm>
              <a:off x="721012" y="1170879"/>
              <a:ext cx="11288736" cy="556928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" descr="Add-in content for Microsoft Power BI.">
                <a:extLst>
                  <a:ext uri="{FF2B5EF4-FFF2-40B4-BE49-F238E27FC236}">
                    <a16:creationId xmlns:a16="http://schemas.microsoft.com/office/drawing/2014/main" id="{9C79EFBB-B066-986B-4B04-190C9B421A5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012" y="1170879"/>
                <a:ext cx="11288736" cy="556928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74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webextension1.xml><?xml version="1.0" encoding="utf-8"?>
<we:webextension xmlns:we="http://schemas.microsoft.com/office/webextensions/webextension/2010/11" id="{d74f3262-c23d-4258-b0e1-66ba0e9e58f4}">
  <we:reference id="WA200003233" version="2.0.0.3" store="en-GB" storeType="OMEX"/>
  <we:alternateReferences/>
  <we:properties>
    <we:property name="Microsoft.Office.CampaignId" value="&quot;none&quot;"/>
    <we:property name="reportUrl" value="&quot;/links/g4sCYI6fju?ctid=157a18b4-75b6-4854-b030-3eba9da2b7ca&amp;pbi_source=linkShare&amp;bookmarkGuid=f228a299-f659-4e03-8c98-b77fb4435883&amp;fromEntryPoint=share&quot;"/>
    <we:property name="reportState" value="&quot;CONNECTED&quot;"/>
    <we:property name="artifactViewState" value="&quot;publicSnapshot&quot;"/>
    <we:property name="reportEmbeddedTime" value="&quot;2025-11-23T19:23:07.099Z&quot;"/>
    <we:property name="creatorSessionId" value="&quot;71f27311-cf9e-48c0-947b-e2187797530d&quot;"/>
    <we:property name="creatorUserId" value="&quot;1003200187BBF186&quot;"/>
    <we:property name="creatorTenantId" value="&quot;157a18b4-75b6-4854-b030-3eba9da2b7ca&quot;"/>
    <we:property name="pageDisplayName" value="&quot;Main  View&quot;"/>
    <we:property name="reportName" value="&quot;Certification_Tracker&quot;"/>
    <we:property name="isVisualContainerHeaderHidden" value="false"/>
    <we:property name="isFiltersActionButtonVisible" value="true"/>
    <we:property name="initialStateBookmark" value="&quot;H4sIAAAAAAAAA81Y3W/aMBD/V5Bf+hJVBNIW+sZHulX9FO26h6qanPgAt44d2Q4rq/jfd3YoGxUtnSYID4j4bN/97ufz2ecXwrjJBZ1e0gzIMekq9ZRR/VQLSUDkXHZ1dXbRGZz9uOxcxChWueVKGnL8QizVI7B33BRUOA0ovH8ICBXimo5ca0iFgYDkoI2SVPBfUA7GLqsLmAUEnnOhNHUqbyy14NROcDi20Xa430SLNLV8AjeQ2lI6gFxpO29TFg4Pm4csSaI6TaME0nYL55iy18NcP94Z9cB6SlrKJQJwsuYwiljEWL0VplBv1I8iOHLyIRd2PiSZxs+5Rr+RjWnu+OqhFyOleUoF8f5pMKU7L6SnRJH5r3hJfqMKncIAhr5LWm6nqGlEpbVkhixda4UcemEP//kQtTtnan7d3Iix+tnTgKYZOa7PggWaDptQmaJ0A1AY5CAZyJTjWn8EYsOU9FWGa1ZDLDuAwuCmsFXiQIUuRAzUBExAVBYdPHO7zqmvkg2FyUTQvEoIt9Q8VWl/OWOcrw2KDcOJX+OzciS9wliVVYngBvSEp7A+jW8YR3l4VxkUGV4DpgC1niqkbVTNxU5QcdrfEoylBPF9zM34nJud4+UrH40F/mxtCW+VkC5onnM52hKEPuR4tchAvpdGdueQ2Vrorj7zE4skORzpGNKPz953b0AXQE2h4f+uhGVx9WXRt4W9rLIE6xfm1sO8l1rM/hY38+eyy7fB+S4w5PGBXgHlASUGN7uYl7B/asbbEiEWQpAcxeFBJz5p1bvtOOpHJ604bLQbUaMdxr241e64+jl5xErUFY+oUWkGujv19WOf69cSNwzeuLKpwhHdckU4a7cO6w1AnFHYTA/Co7C9xTp3GdnifvjWAe/V/udus2tXywhMmHppOUgGeuQ3/AiXUrtJ6G1eAnAl7oKR5a+71+eKRkBONF4o3bT5g0qKFtb6GZASFMIOMALBZZ17R6Jk3M6ZO33DppkP+QTPZcOD+QdGEcodFYV/00FL59yWlLyUYpwtC+EHPpRh5KcwaukK2jLFPLHgY2iltr0uNTzdczE5j8ry2QfhPv71lrPAVEGQeSfd+FUxowprcprCNZWwggH0nErmgvNDFvyDGfFGMFx5ItbR5p7RFpzNZr8BRcit9NETAAA=&quot;"/>
    <we:property name="bookmark" value="&quot;H4sIAAAAAAAAA81YUW/aMBD+K8gve4mqBFIgfWsh3Sq1U9V23cPUB2Mf4NWxI9thYxX/fWeHslHR0mmC8ICIz+fzd5/PZ5+fCBe2lHT+mRZATsiZ1o8FNY+thERE1bK41xmzrM3jbtalcRb34/gYe3XphFaWnDwRR80E3L2wFZXeEAq/PUSESnlNJ741ptJCREowVisqxS+olbHLmQoWEYGfpdSGepO3jjrwZmeojm2EkBx1cEbKnJjBLTBXS2+g1MYt25Qn426ny0ejNKYsHQHL+jjG1r0B5nZ9P2kANtDKUaEQgJd1xmnKU87jfsIgbse9FHpePhbSLVVG8/xnadBvZGNeetoG6MVEG8GoJME/A7Z254kMtKyK8JWvyW91ZRjcwDh0KSfcHC1NqHKOLJCla6ORwyAc4L8Yo3XvTCssn9eY6h8DAzg1JyfxIlqhOeUzqhhKdwCFQwmKg2IC1/otEDumZKgLXLMWYjkAFBY3hWsSBxr0IWKhJWEGsrHoEIXfdd58k2xoTCaSlk1CuKP2scn51zPG5dag2DGc/Dk+G0cyqKzTRZMIbsHMBIPtaXzHOOrDu8mgKPAaMAdoDXSlXLtpLg6CiovhnmCsJYivU2Gnl8IeHC+fxGQq8edaa3ibhHRFy1KoyZ4gDKHEq0UB6rU0cjiHzN5Cd/OZP3JIksfBpsDePntfvQFdAbWVgf+7EtY11sdV3x72si5GWL9wvx72tdRij/a4md+XXb7cXB4CQwEfmA1QHlBicbPLZQn7p2a8qxFiIQSjXp4cn+bn/fgsy9Nhet7Pk3bWTttZkg/yfnbq6+fRd6xEffGIFrXhYM7moX4cCvNc4ibRC1d2VTiiW74I51m/G7cBcaZJhx0nvSTbY527jmx1P3zpQPDq6H232a2rZSUmTLO2HKQAMwkbfoJLafwg9LasAfgSd8XI+tf983NFOyLnBi+UftjyXYXhDFv9jEgNCmFHGIHgs843T6Liwi2Zu3jBpl2qvIPnuhHA/AOjCOWeyiq86eBMl8LVlDzVYhytKhkUH+owCkM4dXQDbYXmgVgIMbTR2oczagX74GNyGZX1sw/C/f7XW84KUwNBFpz0+ptiRlfOlpTBNVWwgQH0nCrug/NNFsKD2YqDxeI3zLS9QagTAAA=&quot;"/>
    <we:property name="datasetId" value="&quot;eede98aa-8b4e-4df3-a38e-dd677a57686c&quot;"/>
    <we:property name="embedUrl" value="&quot;/reportEmbed?reportId=4d48fae1-b5b1-4679-a935-09e0a3968d35&amp;config=eyJjbHVzdGVyVXJsIjoiaHR0cHM6Ly9XQUJJLVNXSVRaRVJMQU5ELU5PUlRILVBSSU1BUlktcmVkaXJlY3QuYW5hbHlzaXMud2luZG93cy5uZXQiLCJlbWJlZEZlYXR1cmVzIjp7InVzYWdlTWV0cmljc1ZOZXh0Ijp0cnVlfX0%3D&amp;disableSensitivityBanner=true&amp;storytellingChangeViewModeShortcutKeys=true&quot;"/>
    <we:property name="backgroundColor" value="&quot;#FFFFFF&quot;"/>
    <we:property name="isFooterCollapsed" value="false"/>
    <we:property name="snapshotLastRefreshTime" value="&quot;23.11.25, 20:16&quot;"/>
    <we:property name="snapshot" value="&quot;data:image/png;base64,iVBORw0KGgoAAAANSUhEUgAABHUAAAIOCAYAAAA2pzEVAAAQAElEQVR4AeydB5wlVbH/q3cXdhcElpxzkqCCkjFgRAUj6vNv9oEKiKIoSRRFSSKKPrMiz4QZEcMzE1QEiSrBRJYMktlll92Zf33rdvVU9z0d7swsuwt3Pv3tqvM7Vb9zbs+dsD13ZqeMDt+GV2B4BYZXYHgFhldgeAWGV2B4BYZXYHgFhldgeAWGV2B4BR7tV2D4+Cb5CvzkR6dNsuPgdlNk+Da8AsMrMLwCwyswvALDKzC8AsMrMLwCwyswvALDKzC8AqUrMBwMr8DwCiwJV2B4U2dJeC8N9zi8AsMrMLwCwyswvALDKzC8AsMrMLwCi/MVGO5teAWGV2B4BYZXYJFcgeFNnUVy2YeLDq/A8AoMr8DwCgyvwPAKDK/AY/cKDB/58AoMr8DwCgyvwPAKDK/A5FyB4U2dybmOi6XLLZdfLsZll8ktJf6q4x63XjYWySfEX/8qt04Wf/mL3KbcqhAnhT//WW6rgn/Qbtd8seHSS+X2wB2aTzZ35p7EOy+5RBZrLr5Y7kzwH9XuUjyST5iLLpK7Jom7cx/ipHDhhXJ3DfeoPi4uuECsj7iQuTfhjzYwf/qTeM996nkf4wDjSeP88+W+hcT96jthzjtP7m/hAZ2fNP74R3lgEnlQvR7847nSQLe5P/xBHnTO1dxxTePsxY3f/15m58zRuLB4SL0f+t3vZLHknHN6+yLWMFf1SePss2VuYJ7mE+Fh7Z9UzjpLHm5gvs4NzJlnivUQFzIL1N+Zrzn4eKD429+K1WscUZ8RYs6CPEZtoPw3v5ERcB/PiQuBUfWcEL/+tYy2IDo/afzqVyITYK5+L71Y/sNouKnhFXgUX4HhTZ1H8Tv3/ttuk/tvvVUskhfcLg/c1uP+EMmNW2/TntvlfqKjdYwfyMfEPtT/gTp0HzZH7ELu82AerTeVd/HyGu3Hr4TOxXHtOtr7ALUKMfKgaq3ccos8WMNs1ZOo7+xA3xraV+dZp1fXoQ6NOF5/+lu5+WYp1TDOmaPRma05+LgU9fHOiWgt89Q/qLlHcgetEzfdJFZHhNzPtJacPTSBB/PEAtZIMCfXiONltnqMq/fGG2WQvod0nU6o70OBOSF3HQ183CmyPl7//rfQC3N1PPfGG4V+xkDeino81ID7DhTVb24H4rpd6ks1N9wgc6FhnXk6B6U+1WzsvUQI+jzGCjHCevjVQo/6xJ6m/GHqjX/LvBtquP4GmdcF1s15WL0KVHs4p3bfOl/M2X50zUp8OB8Ta7n+enm4hvmq96Ge83PG49l1LavTdZJr6L5sviX27V3r+7TrrpOSxjhngUZnvuZgY/UpInmVvJb6Oqxf61rjtdfKAvxDbZ1nVa/zrtaVxrre/AQLco3Yh+9Na1Jz+KF7JG8Fz5RfB21Ea1q55hoZyVmg0UlpzLneGFlXvVibnuIxqjaqmBZio5fW2fzVV8sIJMajquM7MPS1YGtqjUdbS8ed4lVXSae6Jj/38Oi1jHNEY0E+LxproZ55YoUF+j1z2z+v/qg387MskyzLZMqUKbLPPvsIb3vuuaeccsoppK2ceuqpsttuu7XWecEznvEMWy/LMtlxxx1l3rx5PtUY58yZIxtvvLHVfO9735P3vOc9lg9PwyuwOF2B4U2dxem9Mdl7GR2tdWQGKPAo1IOJhcpIbE4zV4mgknis5oytr87TCtKnLC33q/qJuV+sV9hrxCp9fzYIJ/SITtGroXSgRWwy9pGbmD7FXvJ0lar4RFQa9Gj0dzPW8LxDxBMo9Vi83/ECfz+RA8U59EA+tMA40hNVodcxcYKn2I5vHHfMdVelj4FkG96RZJF+mOV6yZM+dCKQ10AfU0QgbwQ/qCnKZs6QKSuvrKzUR7byStLElHx+yiorS1cyre1D13et5KP+rGEaeeg1TcdE722Mq64iGay+mmRrryVTKmRrrWU6cwbjNtZeW3vKTFFtinmv3bcGunnrfOe4jvq3IDoPWYiZ7sNYY3XJll1Wssc9TrLlluvl+VjQFGKE2jgucu0ToMcjeQO1XtUe3ZtAVW8Yj+pcpNin6q05ayUYzTUiJPeU19hcJaenE7rHuPdOPboWdb4ueSu+Tt7bVj+idRGrdw+PWlO3d++1Pq1jr55X51y3uPzyMtrCiM4XqLf79UXqmCemYA50jjXxJLKPPi/q2lAfPCL4MSYu0H5Ieid6rU71BQoeRCD3OYvqm4x5n9V3zPFvAq8FK6wgI4rXoTXhdXWx1Ft9LLpv+ko1uYbeh/aXtLBPdPchHxf45dR8Ke2TJ+Prc9UUT0D3WHwvZmKh6jcbmle+9qtSfC9Dbi168lzT3kEfMPJIPg7WW2893eKo3HXXXXL66afLlVdeaTdPVtav+w888IDsuuuu8pSnPEXuv/9+ufvuu2X77beXPfbYQ3bZZZe+1Y477jir/dSnPiU/+tGP5G1ve5vVXHzxxfKmN71JvvSlL9lNnAULFshDDz0kyyyzjMyePdtqXv/611vvL3/5S1sL/0MPPdQ0avbaay+5Tm+MvvKVr7QbOt/85jfl7LPPtt7haXgFFpcrMLyps7i8JxbGPvwf0glvbpoAUx719rUYEt7wcKKsufd5VElizlgSvaY3nPo8GmptijUs6X5iDbCOun50sCKRGIpeFT0ngkpSPG76QerfvIcItZX4AAUeyQeg0d993JsIrtdEPIFpj8XjR4zgB0GjB5CIKZgreVY8bL5ywqci1Q87+NU1sw7UzZuOf8TE+hN+YBX0kRCBvAV6oaVMStdU+t+yGTNk6c02UTYdmKU26/UQJ8Tmm4r3T1PPgs03k2mTzaabyLQNN5CpG25QZqPEGG1Apmj9lI02lClFJH9kyGzdDYWYbawR1l1HZPXVeqy2ai/6OI+Zxk5wgwi61mtdsXbXXP1lQDKth0597EPru+5rVOtHtb4r7IFaYiNrriEyTka1rzNrrSmjToe+6p5sHe8fII7ktUTH9+Fji7qnIpJ3Rf2tbzxRb6qOgPYuUPAhLkAbD7kHPo75qU60tdQX//FQ6tcbt+ZBrGMCa5l3on9+rlnM152vsQsLtC5FqVc/T80HrS3pXcex13NizsMagTU8kg/KgpVW7P8iWqMM9PWZr/tQ4+UynsDYY9/XePchAsU59ABDYgStgD4ohIkns2bNkuc///nCq3euvvpq+c9//iP777+/cDNl9913lze/+c3y8MMPyyWXXCIf+9jHZJVVVjHNV77ooovkV7/6lXzhC1+QI444wm7G/PCHP7QbQe9///vtBg83e8h5VdD06dPlrLPOEtb92te+pvf5HyeHHXaYHHjggTJ37ly59NJL5WlPe5qss8468uIXv1g++clPygz9fojIXrixtMMOO/jywzi8AovFFRje1Fk474bFxLXv/nqxL2agEEi44w7kETQIGr0QpHRKH6RnF5nK3qFxA+wbEkWx13MilMrph5JYHngPEcqzNaMWz5quwWTWgJYu9gylstgXv/ijQyimF4JkaZ9GHzDrkbyGvv6aukKO+yzE9oR1oLHS90uExmL9IZrO93nSBzpXHDV7pheKuroEP6ibf4zrz9r9BbLB5o+XCy+6uLgSb37rvnL77XfY+Fr9yd3hHzjS8ltvu02OPu6jlr91/7db3ylf/7qN/XS5/hQSv2123MmkS//8F6tDg2uvu970F7z4paZfofW87HuTLbe28aZbP9HmT/7fr9r4178908Zv2HsfeeJ2O9hPH02YxBPPI6ha9mk8j6BauIjH7BMat8G+gSKP5JOM74MIk2w/fruOj5k9Awt5JJ902A9g7JF8EcNjhsZt+H6J0Fg88Un2A61O7AVaCx/5gtb9s29YyFtr3cdCXr/WnscOtQW9CfYPvVF+pg8Yxu8X0AA9h17Ih0Xo0+iDomJykltvvbVkxA0Wfs2JmzEbbrihzc2cOVO23HJLOeGEE+Tcc881jdNyyy1nN2J22mknu/lD3bbbbmuvpvnDH/4g22yzjay11lryz3/+075OZlmm97syu1nDDaJvfetb8qpXvUp4FQ9+wKuEuHnD12B6syyTtddeW1ZaaSVZfvnl7ZU+1A0ZXoFwBRZpOryps0gv/8JdXD9l1S6Q6QxoGDv0E5Z+luuNa3LvIUKvuOFc9WkoZaqTJ4VVWKeqJcb4RxIlYxKeEZ2JveQqCTGCVuD9hRAS5nQYe8lVaj7og+aqic+yBrQ4sWcolXmfR59kDD7WSC9oWjr6NPoiperygF4oqwtnxDrQ6M6+KSACeQL3IUKphD4oiTpAA1KFg14gb4Q+aCx6bE4ed8KJ8tWTvyzX/ePv8vkvfVnuve8+uxBP3Hor2Xvf/SwfGRmR62+4Qa6+5hp7CflDcx+Sn//yV/Jfr3yF9T0872G5+uprrJbTEUd+yPQ/nPlbefuB75YFIwvkh9/9rmmss+EG68t+7zhQfvLDH5jGzRt+5/+qKy+X8885R977rgPljjvvtJ9iUv/cZz9LfvTjn8i+b3mLnHvWmfLVb3yTZSYFf/4QoWrap/E8Ago9ki8i2F+kcRvsN9JYPP7JuB/y8TtNcqc/9hZb9gyUeSSfdHw/Hid9gfEZ8pihsZs9U0AE8oWA74MIrUuwF2gtfGQK2DOwmkfyJOw7kiyauMg+YOJOk+zgj73Flr1DqayuN6HTC6V+HfRpsZdca/qOOr2vUISvo3/729/k/PPPF369yUuOPPJI+epXv2qvzvnc5z5nr6DhBst9+rX4Qx/6kL0ax2vPOOMMeeELXyi/+93vXJL99ttPXv7yl8tb9OsjN3m+8Y1vyHvf+1676fPggw/aK2+yLBNeqfPBD35QWKNoTiTc8GGvTP373/+W0Qnf2MJpyPAKTN4VGN7Umbxrudg59d1dDztkDpA86mcoMUxU1T9hEUF1VfWsZXqOuQ7TB33ArEfyGtyzZrpe7uBNM/4RtOIx2yCc8IzoVOwlV8l+B5ncQTPPSq/p8cS8jr3Po0r1Bz1OfdXEZvDHgQjkDcR9k1spfY4J+Smh0QNUxEjuMNfpmlph+fmZSwstlPZYt4o/bo81dXgxRQRye9wkqV7XiFrjPURQqfmgD5qrHpOz73z7fvKil+8la6y3gRxx2CGygv5k7sun/K+8/jX/TzbeaEP7RpQLs59+w3jQIYfJyIIRhvKC3Z8nJ570SVlno01ky8c/XjbSWsnfXrznC2WTrbaWt+y7v3zihONN3eu/Xi2bbvUE2WaHnewVQKuttqpMmzbN5k762AmywgorWP68PV8kb9tnb7n55ltkueWWF169c975f7Lf/99QbwYtt9zjtP92q52Mkz9/iICnx2rO2J6n/lzyaBOL5sReI427YL+RxuLxT8b9kI/faZI7/bG32LLnSEv5+Kd9Px7H7zSpnf7YG019zx4bi8c/yV7oJgJ5Iwt5P41rJybZc8RK2KMllRN6pDI9WcO4H/LJ8h23T3zM5C1G7Bko81j6vGwT+Qx+gJbDDDCM0XN0ug/jHgAAEABJREFUgz5g4JE8UqeHmqWWWsr+ps3qq68uz33uc+Wmm26yr3e8CoZfj+Jv7Bx//PHy1Kc+1f7WDhrtz3jGM+wG0Le//W1B42vkW9/6Vjn77LPt7/Lwd3duv/12eelLXyp475P/AeY11ljDfiCy0UYbyfrrry/c5OHVQEcddZTw93iyLJMsy4QbPrx6h1/T4leuZs2aZb+eteqqq9ofV+ZGETePuv4xZ/Y8ZHgFHokrMLyp80hc5UW1RsMn1Uz3BBrEo+gnMwMxktDpAco8kveR6O2rqQh9X0Aq833DhsfZV5sL7BlsyB4tqZzQoSIzLHp14DkRVBK7jvQ6Uv/mPUSor9QZ/DSYP3FhENfwvGEd9gyUeLT9eW98/6ABxTn0AMMYyR3mSp4VD5uvnOitSM3DuM/mytIs60BJrA7Yb6Q6XxnjBybTR0IE8hbohZYyKV1TGb7FKzB7zhz58wXny603XCdf+8apwq9Xff5LX5Lnv/il8oc/nif/89nPWfk0/cb0xOOPlaOOOcbG99xzj/z4tNPkxmuukgf0p4EXXdz71S1+qreXfpN51RWXy1dP/pK84v+91upP++535F9XXGZrrbjiLOGPQ1LLJH8Ykp8Owu7PfQ6S/S8hz9zt6cKrd77xrW/J/AUL5N5777WfYs6b97DVTOaJ5xHg6bGaM15cn0vsGWyPdSc+roB5j+STjO+DCJNsP367jo+ZPUfGv2BLJ/sByjySL2L8sTdug/1GGosnPpnaU9LV95ScXHRiaf/sMbUVdEjNTaLGXrAjAvkihcccadkMewbKPJY+L/M9Dn5WoBWeM1ZUEdC0FF1DN+gDG4z/xM2XO+64Q+DGG2+0v2+DG78K9drXvlaWXnpp4RU8zHMThjng791cd911pPKKV7xCeJUON15uvvlmOfHEE4Vft+Jv4Sy33HLCH1zebLPNrJYTdfgBvWhbbLGF7WHfffe1X89iLV6Jw82iN7zhDfKzn/2MMrnhhhvkwgsvFP64M/1777236cPT8AosLldgeFNncXlPLIx9NHzS5cYJlJblEz5EkbETdHohSJb2aYleK1zEJ/YJjdto2Hvs9ZwIJc8GD6/zHiK43hjxbSxIT+IP6dmKyhpQkatD/KCkV/t8TIRQTC+4RO64ZpE+YOCRvAY8aqb65Q5+/U09hXWgN6o5uz8Raspcxg98bJE+sEHziV6oVvVp+EG1cDgWXgXz+S99WS6+5FK5W2/U3H33PfKBww+Xi/74B+OHPzqjuEqbbrKJbPH4x9v45ltukQ/oT/7o42/xbLDBBqZnWSYveeV/md8FF10sL3vJi03/+z/+YRr1D86eLTtuv72c8rWvm/amt7zNXhH018sulze94fVWz1of+8RJ8vs/nCtTpk6VF+6+u5z67e/Kt7/3ffEbP1Y4SSeeMxDtGEPU+n4iXJpcdAP2CY074GMAKPJIPsn4Pogwyfbjsev1dHzM7Blo8kg+6bAfwNgj+SKGxwyN2/D9EqGxeOKT7AeqTn0ae4Fq4WIw7ttrdU/sG6r6JI9b9zGJ67EWdLLksUNLMX5QKqMPXPScCK5rpBc0tYPcMcFP9IGPH6G42mqrlf7mTdOyvNqHH5BcccUVxStfm+qHc8Mr8Gi4AsObOo+G92LdY2j4pMuddyi16j86BBA9kkM+9h4iMBXp0+gDijySt8AXkpaS3nTDY+wVlM/sL1KerYzYb0Sn6dVQOtAi5UmdwaMklgdaIZHybGKEHySm2iRfp61ukPmkp++PCBjyviIHxjmx39/vUcvLROiLSPub+7VXagXeGgY9knutmrg3Earz+RgvUiKQF9AHhdCfeA8RqhV9Gn5QLRyO5cV77iH7v+2t8pQnbyufPunjetNm8+JGDJfnd7/9tWy80Uay8447MJR3v/MdcvSHPihb6k/9jj/6I9Z35BGHy6qrrGLznM759S9Nf9quu8h/v/ENst2Tnyyv+a9XmcY6s1ZYQV71ir1k7ze90bQzfvA94SXq227zJNlKffGYMWO6nPLFL8jTnrqrfOakT8jqq68mH/nQkfKm17/ONGomA3+uEEGk58rHFGPoKfmZ5xEw9Ei+iGB/kcZtsN9IY/H4J+N+yMfvNImdfF7uaMeegXKP5JNOfF+QT/oC4zPkMUNjt++XCI3F45/0fRCh6tSnsReoFi6iMfsDlvdInoR9R5JFExfZB0zcqd2BdaC9snsFflDq8OuGSE7kY54cGOfQCwz5PE9kDOQF9AGCR/IhwyswvAKL9AoMb+os0su/kBdv+GTLJ2xgBx5LP2nlkz6TTj72WiIwTYygFdAHCB7JO4BnY9mAfnjhGUGzx02CH5ADeUQ1ejWUDrSITcY+chPTp9hLXq0qNHwi1cIOY7yc2nJfo7agPBH9yG3WPTyaqKfqGCmgqR34RHqiKt5PNLH9pF31RfgAFR7JBwB/KLVUvRhHSsVjA/chgs3QR0IE8hq8hwheRu64ZhE/sMEknoZWS/wV4PnCgyCC5x5dY2zwPAIGHskXEewvYtvwfRGZNFFPNlbBo0oL49AVSn+DLa7hc1Fb6DmPd4BFfI8eB2gdrJR9RQbrXmjVnR533Df5QtoNe8GaCORA7jAuYC9QCIs28T16tN34/ohgop7IIyotjMP34rG6BnpVG+8YL6fWwx9zbUF5IvqR22z0IDdRT+SgqR/0OFXNxxbpAwYeyYcMr8DwCizSKzC8qbNIL/9CXrzhky133oEdeCxeCYHYAj3AFwAvZQw+tsiNJbDB4KfoP3h3fQf7BKvw/RGB6wbkYEX1J/chglXSFzGx/VT0h9JCcz/myIkD4l4eB2xPluMFTHoc5LlU9GCQgxYxmccMDDySd6D2eYQPdPCoK/F9luarnoyhVFQ/KHl6HxHq24qZ2O+PPWpjhao2eI7OmSMPX32NPHzVeLha+xr4l87VMF/18XGVzP/X+Flw1dWy4Nrr2rlGa8bBiPaMca2MXONcl+ceXZ94HNU16hi54UYZvf2OPkS1KtQV2m23iyijEe2hZtyoF57j4tbbRGrIVAebZw0d99YIPegLC9bL8X0QwfYU5qpanLf8lltFKmQ6Hje6NmuOF9uTelicyD6qveqZ2tMU1ZNo/5SOTM3riBH643jqzbdIHVN0rpbcH78q+FX70CYD941erln0fSX2HnvGk09TT5h6083iTNN8EKxPfTziV/SrbuOmOOB6hXfoWyrPiWA1N94kHpcib2Dq3fcUX1rbEv3KK05bbdf56EdufXx9Bxs0n4qeUIYGQRLBD2Tibwvmz5cqVdezzz679X+mqvYMx8MrsKRdgTvO/5wc8LZPyPnXXCqnHvx6OerMOwZ+CMObOgNfsiWooeGTLv/Qg9Kj4UYGlMT0gF6Is4whavYqmI6epb4wwBNEpKfiB73RuM74QakZT3CRHHxcE92HCKUy+qEk1g+8nwhUeiQvGMCz6NGk0QtP0LpBDjyh1DOAT1+vGqGBpmMHnoDikbwj+EGpHB8oiYMN8IRSF54pSkX1A/ygVOF+JTE9oNfxiurY9BbP0YfmygL9x/qCO+6QNka0xrj9dhkx7tDYgNfXRNYzP583T/eui/XrlW426D/gbUwMjOg/Gkf0G/s2Rm++WUaUGEdvukkYWyRPMKLaGOpRrHWTjFjei6OaF+g/IkYBjTggI1oP5qG5xX/rzRxFbtMbG/ffL1JhVMeNPPCAjCoS0Z6qz0Bj9Rq3p/aW9hLGeEJpfqJ7zfszjQX33SdZilDD9aCeWMV1YkHVL3h5TdWnOqYOjZjcX3WNDuMpeQ1xyr33isVcG+8a7mERzwSZakkSa5uP6kXUXvZKv0dyp0/T3rrHUnhqDX0F1XG+ps/jV+rVejQo6ZU+7x80TlWfgnvukakQtTwfty9+ypScYi317epJD7XEgtzPfTvFsGbho1rxmNXT8obIOtQQwXL1sJyomDce5MQK9nW1w6nx63HL1+U6+0bPuqag0x+GlqKBDfw0zv15e4zz5syWKnH+17/+tf1PVyMjvf9dMs4N8+EVeHRcgbly45nHyQEH/0JW2HVdOfuD+8s3579YXrfTqgM/vEfxTZ2Br8Wjr4FPvHWPijllNKK1fPIGTQc/1IubOHWe+DqdzXPPkq82uw9Rh81H8LDCMK7bq9V1PeFHLVGpetoUp47YY1Iff8weC1/1sRqN8UhpcR4fp/DSdeizcam440D7J92TpXNf25fmFlW3vYaoafdDfdireWluUbujpw7Th9bTa8SKoJufji1qjftqOvihPqxlXppbzF3wzdNuQfutkKiYl0edwC+FTkk2c4ZMW2vNTkzVOmPttWTqOJmmfUC/R3JjnbVlahJdz3SN2m+1iThFtQKtt5wYWVfXWG9dmdrClHw+xinrryeMLZKPg6naAyWPDdaXKaBzFskj6B3ItKZA+zNYe02RWbNEZs0SmTVLZNYskVmzRGatIFkHqCtYUfu6MGuW+qdYQfUVZFTXLVC/0YBoPl6iz+hKK4qxokZgTAyU1uGDAfTjhsDHJlQ/lpjjY4nYGTwVvFKeVT/G0OivfnhByVeb6AVNux/BL+mp8wN7+ura657s1dA5/BwdDnaop/nEqA7uR9Rh+tAe9tM36brGkrcW4gfJPp1vPNSPvlrPxubKJF5IRKXOk706lDeiPjZPzCl8dQIfDfZrhcRG8n4er4MXObGg0aRhMvcvfHTM/mzc0FY3RS97Azw8ojO2mGhGN1nXt1g9oeeYj+YWtY5e0HSwQz3YH5iXji2qC36g6eCH+jR54guDG3fr4L86578r71Y9rBpeAa7AkoTe0PmV3tD54Hmy5X6vl+V+/Qk5Z+3D5TPHvFI2XmbwxzG8qTP4NVtyOupeqcMn6ZpHwcssoWa6WWY9CFUpr5QWWsopfhBU+iNhqj51Dx47OYTq6EceptpT9/JY6eAL3rg88XOCJ17gEv7kUWPcR/QiDwX0QpCaU64jNFThBw0l9VPsD+orbMYfuw3aTvhBoo59QmKqJ9Hn9JTeOaG5DxF6hRM/u5fHzo7skWIikOfg5eSSxHE2Y4ZM05sBjxTc0Bic9aXXo1FvVEydCOuv37sxozdt7AbNIxwzXW9g9P1T3KwZNF9rLclWXinByiIrd2CllURysjz6mIjWR3K9lXQPK7fSuif2wL49kgPjnNJ+fC86V70OxVo65x8bUvn4KfSQ8PEThu0pnpHQgRe4xOc7xuBaMrofk+TEHHohH7aHls/zGOAH5APD/qChkccNDSXlKfygrNqIfYINUif6oDqHBkF3HyKEqW5pzbXFy+lmlFf5/oiQy4SUHxpzjbgPEUIx/YDkkbwz+EFowAeC1D3FC2o6BnoOuQd+Edc1sk/Q1A73LzT6bKZyQocgew8RwlRzynMIGqrwg4aS+in2CaFi3F7BY7FJhxsZXoFFeAXuOPcTcsCxV8gz3vd2We3nn5XzN/qQfPmoF4/rhg4PY3hTh6vwaCX1icoBfKcAABAASURBVD6lVR6/f2GqyO1DvCFUprzQgDKP5EnwgzBJDyB5JO+DPmDCo+dxrBo+oOn4j4pnNBrY272IEMzwAqQYPUc3Kn2m+akyRy/4dGOs9NbV4gd18416xzXw6LwGnkBTgqoPY7BS7yOmsKLeqejpDQc7u3eiC19ITHWTEt74OW5SHbv+WIsXXHiRfP5LX5b/+8UvZL93HCgLFiywS7DHy14up53+I8uvvuYaedbuL7D8lltvlfd/6Ci59bbb5Ojjjre+N+7zFnngwQdtntPTn/M80/H89403ylVXX6Pe7zTtvYcdbr1nnXOO/M9nP2faER/8kNZcLb/7w7k2fst+b5fLr7gSK6s55atfs5x1z/jpT+WTn/6MjRf6qea5VF13VAXQsHCPuB9yViM6jHPYD+TDwQOeNV0T9q144xdhWR+TF1T6Cp2kMpfsp64KfVDVE+POnoleXgWQklMa66T0Po19Q99ET6j6MIbebH6m30GKOWMl9sRcp9oP/Gqq3MtjTVm9jDeECrwgSPbqmqoW50s5fhBEeiFI6ZQ+qM6iQdDxgyBNajqwt+9vdFSqz1W8gA3G6Dm64R420FN1jKRw0AvkrSR86no6e1YNWAOCnvJCg1A2TIdXYHgFWq7A9JXWlXWm3SFX3ySy/NrT5Y7rr5Y7Zrc0NUwPb+o0XJwlfqpyd736BSn1+PiknKUmumisBy21+ANlHsmT4AdM5pEeMIlTHdRH6upUxw80Hd9R+aKXMuHapvSkxr6ZIAJ5DvsE/IjIRCAvqPSV9HzOe4hQ1DQleW9jiU7iB5oOfvgaHmsc8Iea6bKMV0Rn6QVNxSM5MAZyoY+ECOSOj/NID/j0ZEfe7+PyZH8QmlP7RINQ9phML7n0z7LZppvIC5//fHnXOw6wfwDde+998s637y/Hn/jx4prs9bKXymc+/4VifM0118oyyy5rfccf/RGZOnVqMbfSiiuajuc6a68tJ3z8E/LZT33StA994P3yv1/7utXusvNOpr3nwAPlTxdcKE9/6q42nj9/vmy91ZZy7nnny3rrrmu1N918s8ycMVNesueecs2118kD/D0Zm1mIJ55H0LJEpvOgYeEe7CUSV0MPY/YDQeqeTvbn+bgy+4SgxX16ToRQJsXnJ6m84Qcqew8RVGo+6AOqPJJXwMupTHUburfHmq6B1sArop6xn1yl4mAMhUDi/eS83+OYXHV6QFPxSC4izQG/5gr7fDOQZ/RjfxC1RI4/JKb6JfwgzNALQUqn9EXSVabiBzYYz6njte1szb4pJoLm7C/C12TGOmXPA88ZG3mf5Zx8TATV6Imo1H7kvU2FeDLvkXwgWANamvCHlrK+6aWWni6RaUsv3Vez0koryQEHHNCnD4XhFVjSr8DyW7xOjj3p9TL3m5+QS7Y8SPZf8Qx5z8FfkSvvHt8jG97UGd91WzK6RsMfFuvwhc4fFF+gPB8osga0NOEfsfK6PnSgKI+xl5wphzHYmPqIiekTPZF0VY3KGjVTVZk1qlpyjGckFOEBSDF6jm5U++OYXIu8hwgqNR/0QXOVfUOKH7SUpqdZw0lXmIp/xMS6k/t51LrYS66SHeROT9CR9xFNzE8+zqNWju/x5/256+QF9yVCcGavYWgpGtjgMXx66z7/LWuvtbbs+fK95F0HHyzcFP/AUR+Wp++6qxz87nfJXXf1vupuu802cud//iM333KLXS1uyLxkzz3k0Pe9X16kvQ/Pm2c6p9lz5siVf/u7/P0f/7BX/tx2++0yZUrvy/Dj9EbQnIceokze9vYD5KnPera87FX/JS998YtMO/l/vyonfeyjlu+qN30232xTyxcsGJE111jd8hVXnCULHok/KMnzCGzV+hPPo0h95QRn2Esk2qGHcdwPeZiatHQg31GtZo9O2IXOFCPPicCER56bBiK4l0fVvJYIKjUfobfkXenCy6lMdRv6OsSGDl+D2FDWm8Iroip9EZVKn6eZQ7PHWukt6QyY10hPRKX2I+9tLxTbX5e6osa9iVBMpBPfO7PkRHv8luQn9yFCLhPoAc+JSeiLJIt6In7QGw14Zo2OLZ3XwDOi/vRGVCreV66jFdey0m96RfM+j9bfdPL+phqdcz+iDgc/xrHOIGtNmz5dpk0fY6npMwbf47BjeAWW4Cuw/BP2lo+f+BK54xS9sbP9QfK66d+QA97/TbnyvsEfVO+7ycH7hh1LwhXIwru3w532CT8k1oAWo0znIzoUqetDBxl7i73kYzMijEF4ow88J9ZAT6Sm7JGT2XckrMw+w9BSNLCBn7yfMV+Y45gcPYdeyIf1gT6oryjNdPIsdeQD1oB82BZYBxrr8INEEb0QpxiDafRFTEyfvIcI6aqJqYN80yTsm+WIQN4Ae4aGksfE1IePOU42WH89+ekPT5Pdn/Mcu2nz4IMPyN333CO77rKzHHToYcJblmVyyEHvlne86yCG8uWv/K8srT99/OixR8vnP/0/ctEll5rOaZmZM2XLLR4vj998c5k2bZo8ceutZe7cuUzJv/99o6yw/AqWf/Gzn5Gzf/VLvUGzQPymD68GmjVrls3H08yZM+Ta6683afbs2cIaNliYJ33MxfOqYR2eR5GG0olNxf2QN7jF/ZA3lJan+BxaVhpHnT9G2W+k0VWEPYPom0fxft+jj7XG5og59EA+rA/Ro77KZvADGwx6Yp0BejqtgyckfOkH3j9ESohAbteLXsfE/ISWpwTvIQJaI7x/Kh6N9YNOujcRWvrZM1Dm0R4/guM+RHBdIz2gqXgk74M+6JvoF/CB/plFpLDvSNhGap9oYGX0kRCB3J8DPkZTvIcIKjUf9ENzVTHbybOoDglrQJBSKf6RVM1QG16B4RVIX4Hlt9tfPn78q2TG1ffJTu87SfZe4wo5/5+D39UJ/+pPLzRUl9wrMOqv1OGLCAzwUPiGZ4DyXilrQG9Ue8YbKPBIngQ/CJP0AJLHas64+GkIg4oHUgQfiFqnvMU35dFpHfclQjBK9aNBKNMf86lS6S3mK7pWFj9pKmpSCX2Qmkto+Cbkdok1oL2yqGhdCz8oOsoJ/Q4zMbfnkomqNnhYCadBafFM2elOUnKh9SWsAX0TZQFfKKuPvdH7Dz9Unv38F8raG20iG2+0kZz/pwvkgH33lbXWXFPWXmstueuuu4qLsswyy8hJHzvBxnu/+Y3yviM/aH2/+vVv5JnPeLrpqdNRR75f3nXwIVZ7yte/Lgcd+I6ijJs+Pz/jR/LM5z1fRkZGZZ211y7mYrLqKqvIphtvLOzzxXvuKUsttVScXjg5zyNoced5BJR5JJ902Atg7JE8AfuAxFS91OJZ3zjADGtASwt7h1IZfVAS80FFpxfy2fpAH9RXFDP4QSEMknRcwy1ZB3ycjHhCclK/NOa6+xAhl3uBfuiNeufKOPbEvFdcc6541FQVcmffokMT1gBNmw68oVRT14cOoZheCJKlfRp9YLPNJ3qhuSox29E/dnZax32JEAxS/WgQyvQJp0rsjXleqBWWEcEGTSc8oKkmzHXyDPVFyhpQCOkEf2DWI/mQ4RUYXoFuV2DVnfaWYz7wStly7W3ltR84Tv57u+W7NYaq4U2dcDEedWmWv3u5yw4L+wGyBrSs43fzKSMn1oIfUJBHesAkTjmu5UMR6iNS/0Yv1FdM3kynddg3SxKBPIF7EaFUQh+URB2gAakiIkIv5MP6QB/UV5RmOnmWOvJBxzXwB7o8kifBM6JF9ICmdg08ojloQh8JEcir5Hqpr1pTN85766YnRWcNaDEb1/5bPJfEaW6qnHv2mXLTNVfJi/Z4obzqFXvJtttuUzyUH5/2fbvZs/OOO5i24w7by9Ef+qDwyppvnHKy9R1x2KH61OGKWon86Pvf7SX5mdrP/8+nrPaDR7zPap/5jGfIdk9+slUst9xycv7vz1HPTH56+mmm+WmLxz9e/vtNb7ThG173WvN42q672Hihn3geQctCPHKgzCP5pMNeIg0LsA9oKOmfwrtfnVyFNaDG1fdMhFIZfVASdYAGpAoHvUDeCH1AkUfyGjp5pno7eNOGfwStFjwjWui9mgq5R3IHrcD7CyEkzOkw9pGr1HzQB81VE59lDWhxYs9QKqvrQ4dQTC8EydI+jb6IVaVP9EJ6dnLVTuuwb5Ylgub0gabF4WMiFBMk9AE5eE4E1eiJqNR80AfNVcUs3sVgkKTjGvgD1h7JhwyvwPAKPHJXIP9X/yO34HClR+4KZBN4pU79J+WG/XM3HxpKmOIufgSteCWEDcIJP0DKY+wlZwrIHcbmSY9jYvrkfR7TVQm14xe82MkacZzMfc8ek0X6A6BcxxPyYS9Ue33sUau8hwgqNR+ht7mwN9vJs1daPrNOWUmO8I8ki1zEM6J67CXneU+MaJleaFUqvabHE/M61kp71ZNHldqPvLe9cKyCvY6NGjL3JkJDKVMD7ZuGIY+9K8DzCFoeuT+XPLaUj3+avUQanHwvHhtKH5mpuG/ymlXZL1NE8JxYfK2zgZ7wiSApHPQCeSPeTxE5sYFOnqn+Dt604R9BqwXPiBbGXnKVSp+nXSuupfdTWIU51eiJqNR80AfNVaXZzp/n6XJvIqA14HunhJxYPH4b6Ml9iKCSH/QAY4/kfdAX6SsYE/CBMaVj9gh+L8b+IO7Mx0SwOR4zCRHIgTyiGj0RlZoP72+uKmbxLgaDJKzToR7/SIeWYcnwCgyvwCRfgYV7U2eSNzu0G/AKZPm7ly92MGD7wOWsAS2NfJMSsfK6PnSwot4p9pL3VLGfvjEG4Y0+8JxYAz2RmrJJkVmn1Yh9R0JDqh8NQpmI94u+eU7Uoc0Rc+iFfFgf6If6imIGPyiEQRLWgI49rAON5fhBooheYCpGz+160etQ6KB5rtF7iKBS+1HxaGvo7IuRexMBrQG8gZLR2XNk3l8vH+Mvl8k8iBo5Ws7DGsHqNCcyruXPf5WHFxaX/kUeHoD5ut8FV/xNBubyK2VBAyM6V8tlV8jIZKPvk5Eu/OtqGb3xpu78+0YZhY49onWR0lruQwSttXnyHNGYgj2UdO21dagnJ9aQqR4p+ehccswHw4D4x1BrGx+TkdCQ8kADyjyWPj/ZhM7g6TkxR2cE8mF9oB/qK4oZ/KAQBklYAzr2sA40luMHiSJ6I5T4mFzoi5iYn9DzlECfR88Z10I/1BZMcMK9idBix56BMo/F40cE9yECWg49wNAjeR/0Qd9Ev4AP9M9MvtJpHfYdCdtI9aOBldFHQoSY+xhN8R4iqNR80A/NVTaLH9hg0BNrQEsf/pGW8mKavwOXZZnssEPvFa/FhCb33nuvLLvssnLHHXfIuuuuK//6179UbT/41eiPf3zsf6hMddx5550ya9Yseeihh4Q9vOIVr9CnfibPfvazO/0Pkuedd56cccYZctZZZ8kTnvAEW+LNb36zeRBf/OIXm9Z2uvvuu+WjH/2o3HPPPcKvcTNu61ki5oewISkCAAAQAElEQVSbXCRXIP9X/yJZe7jowr4CHe+wT9o2WA9aDP1uPmXkxFrwg1BADyB5JO+DPmDCI3kCfCAx1S7pF6T2ol4FX/R6WcvZ90uEUJ7aJxqEsrFXl6T2l/Ds6y+Z5QP6IB82BfygqaZ2ruMasb91LTwhNoW82s8YrMT7iGBifqqMi558erEJ7BNaNsT+gbLRuXNl5MEHZeSBB8Ti7NkyAmiADuQ5CzTCqEbHenVcivRBVW8Yu1/nqHsdddS3rW/k/vtlRL/JauWuu2QkkugZDdoCzaHk6/06N6Lf0NmcR7QEeLaivq016i3KqK4n+j7uDP+TF3Ts4fkD+HskN9yHCPrNtX6HLTaX+9MDaB7Js3ye3Ii95NX5MMYHrC/otWP2xgdD6vMo+mTBxyYEP/84DFLx6pKo9b26Ik4mPFO+scVy+sAGzSf8oLmqZrbjGt7daR08wZsqserBGEpl9EMUK+PYE/PYskhy9gkti7NnaCnrTeMHvZGd6QUbNJ3og6aafA4/yIeDhQE+Rhfp92KJa+GPmQitDxwPaC3sFXTy7JWWz6wBZbVvhD8w4ZG8jT//+c+y6aabyj/+8Q+5777eH4Z9+OGH5Y9//KNcffXVRfvpp59uN3YuvPBCu+kyMjIi559/vs3feuutcu6558o///lPWbBggRxzzDHypz/9Sbhxww0h5m6//XarHdXHwthvEOHzspe9TDbffHP9NDpqN1Y+/OEPW+2///1v8+XmEgLrXXHFFeZ94IEHyt///nfZaqut5Otf/7pcf/318pvf/Ea+853vyIc+9CG7UUPPzTffbB633HILQ9s761988cW214997GPCDSJuLP32t78VfuWaQjTqyHlMrM0aXBf/zxWYGzK8AvEKDG/qxKvxKMtnrrySLLPqKuNipvYNzGqryswOLKM1QK1H8iSrryYzDfUuIvmqMmP1VXVuVYvkfayxmsyIaP+MGmaqDnXztbo+lhmg/bU1YW665p1YY3WxOmINU5ZeSvwbEyKUnsJ8gwMlUQdoQKpw0AvkjdAHDUX4RBpK66d8DSLUVPo6TJMTa8EnooX0gKbFtfQcHRgLfSREIAdy8FwjPaDpYIf7tHSNyxtP/IE8J+WFBnlJL1T6eqKe0UFTP+gFH9dG+iK1hSL4gUzkjbUa+vGHhpKxKbwiOkNvRCXbt0fmyAsq/cKYSSJoTk9EpfYj720qxJN5j+QDwRrQ0oQ/UOaRPAl+wGQe6QGTONVBfSTWoYcxfhCk7mnFq65xXP54QzDFB5Bi9BzdoA9sEE5ooJL3EEGl5oM+oMojeQCfSJjqnrq3x5rOgdbBK6Ke3q+pkBOB3GFc4P0InhN9rDH2kavU7XCfhmr8oKGkfgp/CBUpLzQIZfUpfhAq6IUgpVP6IrEKPYzxgyDFtD2v+KUaBvJ3PyKoIf0pdMqeW8yRF9AHLnhOBNXpiajUfNAHzVW2H0rwJg4MawCNHskr4A/IHsnbOPLII+Woo46SJz/5yfKDH/zAyt/5znfK3nvvLW9/+9vtVTSI3HjhJguvgOEG0Jw5c+R5z3ue3STZeOON7UbO9ttvL9x0+f3vfy8XXXSR8cQnPlGOO+442WCDDeR+/aHNC1/4Qtl3333l4IMPxtZeIXPBBRfIoYceauOf/OQncsIJJ8htt91mrx46/vjjZZVVVpH58+fLs571LHnJS14iX/nKV+S6664TbjTxSp03vOEN8rvf/U5/TnK3nHLKKTaPHzep1ltvPcFjk002scfCK5KOPfZY27u/0ocbW9zE4VVC7JHH9Z73vEfe9773yZ577mmPceedd5bXve518sY3vlH2339/2+vwNLwC1SswvKlTvSKPovHMlVeUZfUmQoHeHFh2MWAZ3cPgrCG9HuI4WVP7apip+rhYa02ZuYjIpk0rnq38ZAQKIZXoTyj0RxFjr+DRGu8hgkoTPvCJjMswsdeUj6+TmuvTEp7e77Hag25aolf4Bsd1isg10hNRqfuBZ0N1pnN4a+h+5Psq3vehM+WFBpR5JC/R4ul9Hku9cYCPE/VKjg9U5G5D9yd262ivwiuiHewvopId/j5jzgT6SDySA+OIavREVOp2tDyPxuUZV/Z9Ri2R+zqJqX4pepJrhfd7VCl9UB+hyq8BOuMc9/KYy90CXu7braO9Cs9I6PA9+nOIKdc8J/YR/ci1gD4N6Vf6MJEi77XPHYl5PCOJknaJNZyGatZpmC5PmZ92eNRZHRWPnVyl0lFo3uPR398+potcIz0Rlbof7lvT4b4102k535e9vzzPK/HL0yKgQSGkEvchQqihF5A8kvdBXyQWoIcxPhCk7ile0NDBx1LDdP8UfhGtYH8RlYrDdRPos6RyQo/otPd5VGlSDvcjjsvQ90kzOTEB/pCYqpW4UcJNEX5d6ilPeYr87//+r/AqnV//+td2c4S4/PLN/wMQ/9vj+uuvb6+GOemkk4T8ta99rbzoRS+ymyi8iudnP/uZcBOIV+/88pe/tFfUcPOGjfEqGF6tQx75xje+IfT+9Kc/tRs63MTJskx+9KMfyZe+9CXZZptt5PDDD5fVVlvN2l7/+tfLWmutJZ/+9Kdl5syZpvHKHW7GsNaDDz5oOjew2DOPmT296U1vkt13391+7YsmNF6hc+aZZ8o555wjv/rVr5DlcY97nOW8Cuimm24ybXgaXoHqFRje1KlekUfVeOzL18WXXCrvPexwOfwDR8pnPv8F/Zo/KtvuuLPFY/WuNPq+73inXKt3n3mZ4LsPPsRqP3LscfYSwZe+8lU2pu7b3/v+o+oqLakPJss3TnRyKR30C5LdiGCWnJjTqT+vtVDpT2kDe5pJfsIf8iEBP2IEDaJWm+MHiQI8oDpVaPRVodg18hzvIUIudw81nu7lsbMhfhQTgTwHrwiyjz0n9uE+RAgFnfq9vtJrMhrYoHeKnj1lgDNeQItH8gD+Ydie4hMJHXhBkIQxmEYfiUdyYAzkOd5DhFzuFipe1Sb8oKp3GuMNoTjlhQahrD7FD0IFvZEwVU7pA1QiVHPGSvQjV0mk66mjb1c7q8MzYmLvxP6AETHiGrEP92OCnJjjHvmwOdAL1aqKNpBnyqvi11eiAmto6HbgB4lqfKA6VWj0RbzQNR9r9B4iqDTYgWelA59IZbp56H5ECNUpT9dCWX/qPkQIFbGfPEyVU/ogqoydoOMDQeqeRj/ySue4fPGJBE/8wCVyxzT6LKmc0CHI9DEkAnkn8IFYXBnjB7Gkc44XhIaUFxqEstb0kksusVfB8KtQ/PrRX//6V/uVqbXXXltuvPFG4eYFf/OmasQNEl5Jg86NIX4V6tprr5VPfepT8uUvfxlZqOEVNuuss47g8cUvftFeebPSSivJVVddZetQOGvWLNlwww3t7+OIvh1yyCHyhS98wW7Q8Ldy8P/sZz8rvOJGp0vHAw88UBpXB2ussYbw61f8ytfnPvc5+3WtN7/5zea/5ZZbFuU8dh/wv24Cj51fGeN/yPS5YRxegbYrMLyp03aFluj53n1z7kR//dRvyQnHHiPHfeTDsuEG69udZx4ac7858yzTTzjmGPm3fiL9/bl/lOc/73mm7bLzznaHe5ONN7Yx/V/9+tdpHbKkXgH/Ak0EfRyjGnvPFh10PbRHIK/P9Kc4fFF3cnliAf+cuL9xraH707uY4r0xTmyT2p3vUTRyLVWZ2MFe1cH3qOnkHbpH9glcU3Bz1vO8U2SfoMX0gqaDHWE/7KloDjrXNO6zqBkgYW/V56hpA3hQmoS9MqGRfQLDgcivIz1xX+Ro40L3Y9e0GnOzce2TXvaqsDcH2XOPaAMT9sr+AA+P5LXQGyd1j3zMI01oTxikYL2cTvtLeeQaz0326vsk5lPjD+yNbiJozj5B0+5H3usNtlcdsEfQdOIHazjBbVz++fud3irBenyp71Ejn5fcZOBr6o159H3mw8kJukf/+Gd/gPG41sqv6bj7rVFX9j0xdlzTyDX1ffr0oFFXEZ6jFrXZo6YTP3SPZqKRfYKNBzlxLfP6uDfyXB486H78fW3NPraB2KvU8nSwwF4V9uZg4LlHtEHhV4wOOOAA+eQnPyncONlxxx3l5JNPFv6mDa98eeUrX6mfEstXmLlnPOMZ8vKXv9yWmzFjhvB3dlZeeWXh1S977LGHcMOEV/1w04hXAFHzzW9+017tctppp8lTn/pUoQ4DXjXz3e9+1/aQZZnwqhp+DepVr3qV/X0bbrDwqpmll16a8gJ+jYpfh+JGVCFWkl122UUe//jHCzdmvvWtb8kGG2wga665pv39HiI3pvhbPszxK1+0sx+uB32rr7568StpzEV4FRF/RJq/G/SZz3xG3vrWt9o0PfwdIRsMT4+5KzC8qfOofpfz6VZk9uw5stpqq9onFh7uHi94gfCJg5xPWMcf/RE54eOfkD1f9nJZeaWV5eUvfYnccuut8vwXv0R+8atfC58Qr7rqajns/R+wV/scsN++tA5ZAq8Az4g+9AuZaRrH85CyLNPvJTLRUz0y2Ju6SR/5OlmmMzCYpWRZZuhJ+hB903k9D3xk2tEHXlkmyXWk/g0fZrMs09ZM9NSPtL9pp3TC12m37Ksw/7w/y3RUpa+jXVCX+n27f7RBY+yRvIJ7CjV1VHqahu7XF9XbNKLS5JGc0x7vn6y9so55alKKuhZroBF1uu+wOVU9alocWZZpWyZ66kf0Tef13PlQJ6slllCfLEMR6Z2l8xv1WZZJlvXQRPoQfdP5Qtdh05Hlk8Q+3CevaQp9vRRrf5bpTArmB0SdpA/1zrJMsiwb0E3LtSfLsl5viCpICQlvWhdGyTRTtQ/ty7JMbTPRkwzyph3akhl6kj5E39RbzwMfmXb0gZeSZTrjaF3bodVWkmWZbjETPfUj7W/aKUAlsRZfh8IBMc+8P8t0VGVAP8rVxfadjO5PIfiYyLgG9xLq6qjprcrulYzqbTpRqfa2jrXH+2v32mrSX2CeKpeirsUaaESdrj2spjKbZZm2ZaKnfkTfdF7P4zr42zcf+MAHrDfLMvv1IsbctOHVNdwwmTdvnvArUPzvUPxa01ve8ha70cPfoeFv1kydOtVuBPFqGP7mzhZbbCHPfe5z7TcM3vWudwm/LsUcf/OGmyt4M+aPKuPJv2+4scIfLkb/29/+JvzhZv5txK9Bofnf+uHVP1tvvbXt9+ijj7Z98Cqhyy67zDQ8N9tsM/u1rB//+Mem8atfePzhD3+wX7/iVUn84WV+Neuggw6S3XbbzfZ67LHH6r/VZsuKK64ovJqHX0Ojj7+ps8IKK9jfA+Lx86tlv/jFL2SNNdYoXo3EjTF+JYwFuVG06qqrkg55DF6B4U2dx8A7fdlll7GbNP57o6ef8WOZw/8Qoo+dlw/yO5yHvOcg+enpp8lJn/60/OT/fi6vfuUr5Bc/PkO2fPzmcuXf/y6bbLKxcPPnxOOPkxfpnXBtHR6TegUeGTN+5hHpW1W/Yd6r0gAAEABJREFUsPZpLYL7UUZO1K92+qMhHelPeCw3sftJO+0nSx6t0708mtjtpN+SpAujF3m6qlEt7dErq16MwedrIl5MEYG8uH70g4nNJ3rBq8gd1yziBzYY7JT0G8yir9o9PVoB+4sg+vMUnbFH8gru5dGmqY+YOL4TvtYZ/chNHOyEV2Sw7nS1+zFLTrTnlO/Ro02MnbzWY/wYQoOxas3wAU3Nn9gRvKJ/qc09S2L7AM+IdbgXEeLziLEV1Z/wY5YI5PZY6XVMbD7RC7GKMZjmXh5NHOyEl5Ps9MeenEyL7ufRqnyPHk3MT2h5Whfcy6PV0Rcxsf1U+xyi1f08Jw5IaY91vaxTNxd0vBgSgdyeSyR4AHkL9AKPnRgpteIHJbHbAM9uld2r8IxYp++PCDxHgdyxwvQp+pFblfd5NLH9VPSH0kJzL4+hpmuKV6Svj8fdJzYL7kcVOdGeU+yTgUfyBEVPmEODII19b4fY4knJROFXqL761a8Kv5Y1Ua9h//AKPJqvwPCmzpL43h1wz9ydPuid75DXvPFN8urXv8F+nWrG9Onmsuyyy8olf/6L6e8+5FA58n2Hy6477Sj77Lu/affed59ssfnmVjs8LflXgG/8eBREIO+DbyagbyIt4APMeix+qoMYwReCRo/jso89mk4fMPBI3gIetSX4QG1B+wT+UKqsejKOlIr7B/iBzdBHQgTyFugFLyN3XLOIH9hgsFPSL1qM0xeLkjc+YBM6k8qZU3RWQNPi8DERbAKPiInNJ3qhWlVo7lctGGCMVyTZ6usQkwVl0f1QyYlCL9ggnNAgSpp7X4ye63TvoA96o4HOfV6xe5yeboE32Ni9iGCinshBU7s2xAbwAyuhL2Ji+uQ9RIhVjME092NAThwQ9/KYbB/QG6+IeeIBNshPjJ1cIngvueOaR9NjL7mJzSf6Gyvwgcai5knWgMYq1nAaC3uT+IGN6CMhAnkL9AJlxAhaAX5QCN0TPBurx+mLJ95AXnzs4Qcm6okcNPWj6HFBo2tEUEnMk15H2t/ohWploQ3gVfXwMV4R10txwHXcDw9yYvH4bRBOCW96HK+sjk1P9Jq+kE688mavvfbSh8JuFtIiQ9vhFVgSrkDLHoc3dVou0KNleqMNN5TvfOPrxmte/V/2yfHSP51n8d3vOMD0r3zh87LeuusKf839m189xbR36Ry/qsUrdB4t1+Kx/Dj6fuIyCRcDTyhZpX56wzcC6BCK6QUk/5LNGNAK6AMEj+QNuF9DyYSn2Cc0Gvl+idBYrD8I0/k+T/pA59oOeqFa16fhB9XCyRrzPh+nV99eqz7sG4JODwTJXvEVx5Z7HxFMXPQn9g6ddtJx3/hByZNeKIk6QANN/aAXfMzHFGNwzSJ9YIPuJ/xaqyf4POrba3VB9g3oHslrwA9K0/RBSSwPvIcI5dmaUYtnTZc97yf72rJnYE2P9koABMffV+wbXNdID8R9MQadHjvoAxSP5BNlgl7sExq34Wt4bCxeOJ/r2SOUlmY/UBLbB/F91Vjt7/fGovRk316rZewbgp7qSWnF85N+CB7jTifBh73CuPeQaMQPSlPsFaLI+woNgk4vIPn7nTGgFdAHhTBMFscrMNzTY+8KDG/qPPbe58NH/Bi+Anyhhk6XgC/80FKMH5TKvI/oUBBzxgq9oKkd5I4JfvJej67XRDxqpvrljp79jSKsA9L0hj/zRCBP4D5EKJXQByVRB2hAqnDQC+SRPo0+iEUd8j6fpp4B/PEF7DySG1UfxsBkHulxkKE6RpO83qLnNtF/Svb3l40p+MGY0jkbaC3WgBb3pCd9QG+M5KA6fRqECOQOY/CxRfqAgUfyBvo8Gmqlo6db4B1xPRnxjmiR92paHGgMiEBe4P2FEBLmdEhPRKXmgz5orkrOsk5yIiV2XANPwMJj8X7BA5gEciDPoQcYxug5ukFfxMT0iV5Iz1ZUPJE8kg8A60Bji3sToabYfYhQKqMPSqIO0IBU4aAXyB3G4GOL9IENFv2J/QE78UiehH1HtIge0LQ4GEMhkNDn0XPGCeiFxFRZch8ilGc7jVgHuhVrZYd1tEqg5EkfIBKhmougWG/sJ3eswE94AGOP5JE6PdRws+ifdzwsVUKJpccff7zwt3JOPPFEGx922GEWJ3Lif8ri7/ZMxGPYO7wCi9sVGN7UWdzeI5O4n3uuuVb+87d/DMDfy7VX5mNiDXflOrGZv8ldV3Tjbq0bmMuvlLs7co/WdeMKuefyZu7VecdrbXzZFXJvkstVb+a+yy6XJH9VPbBgzkOT+GwJVv4TGCKEqVTKF2ZgzqP9dIxeYMJhDD7WSA9oaj9d9ojmoJU8Kx42XznRW5Gahx08UwasA6m5QsM7UkyUE/chgs3SR0IE8ggaqOY9RFCp+aAPmqsesVn2HLGF2R/YIJzQACmPfb06FzVylfTH45rR45iYPmmlPS89pquC2sEzVJdS1igJqYH7e0zVBA1PQPJYfCyZWKhj10V1V4mgkl0HIrhGbsT9kJu46E7sL9K4E/Yb0WLv1bQ40BgQgby4lt5vYuXEnEr0RFRKH9RH0lWTp7JWB7e4d3JrodcxIT8lNHqACiL/YCRGmOt0Ta1Qn7Ia6dfQ7eAfm+ytW3WpinWgJFYHeEeq8/nYfYhgMn0kRCCPoIFq3kMElZoP+qC5qjTL+6ck2KDhxLVtmI5T7Dlic3X7Q49osfdqWhyuebSJ2EduYvrkfR7TVbmKl5NLkx7c32PLAnHf5FZe7WXMBBHIc+gBhjF6jm7QBww8kkfq9Fij+fFn3yeRE865X9Wx47jjjhP+WDB/wJj/TYo/XnzLLbfItttuK0984hOt8Gtf+5r94eD99tvP/njwoYcean9/hz9WvP7669v/aHXllVfKKaecYjpNfkOHGv7oMH/I+E9/+pP813/9l3ndcMMNlA0ZXoEl6goMb+osUe+uwTY7umBERhYsSDKqej8jYtr8+TIKI/mYCKFHNAfqPZLXMn+B1M6pl8918gr13jda2V+hJ2q5Jk3zY3M8foW9VxAdw4jGUYXIGBiPeeSPm+tp6FjrrSaP3kOEOFfK/bHgo7l94zvYU6JbtX9jRoSWLr7xA8o8Cn2AGEGDoNEDSDGSO8yVPCseNh9Opb6gN6YtnnW9ndbCO1JnluslT/rQiUDuVMe5XurPtWSgH5KTaRHv9EyDOo41inXohao9GgSdnghTjD16XjyX6AcKavAeItSUjcktfmOF/Vlnf9Zw+m1KCp6A6LF4/IiAl0fPGSv0gKbisZozFvrABu2n6NVenVcM4J93COuAj5MRX2DSI7mS6kUDnRahPiL1b95DhNpK96OAnDgAjd4pH9aA1FzQ8I3YFH2OCfkJDfIhwXs99+g6Ea24pgwqHkgReiBqCytnHWj0Z7+RxmIR/EB4o8+j56kxWg69kA/rA35QX1Ga6eRZ6sgHA6xBB+sAudT1ooMV9U70RFAZe/TcPOl1KKjBe4hQU9aT8etlC+/MGpGWldgzUOaxePyIgJ9Hzxkr9ICmEqPn6AZ9YIOFe7rwwgvtf6NiFW7q7LrrrqRyySWXCP9j1N///nfhf4S69dZbJcsymTt3rnDD5qabbpLvf//7cv311ws3ffjfpPifqbhZs9122wn/SQz/WxY3c+g97bTT5K677pKXvvSlwg2k73znO7bO8DS8AkvSFRje1FmS3luTuNdR9QINYwd31sEVz4ngukZ6QdPmgz5oripmO3kW1SEZYA26WAfIa8ETEgX0AlMxeo5u0A82SJ+8hwjpqora4lmpHt+QNaClmz1DqayuDx1CMb0QJEv7NPqAWY/kCeiFxNSkS6wDjca+XyI0Ftf89Jk+aOllmv0AeSP4QU3RtaMryLcWbFniVB1DVW8dj2wl3+rIqVrXmdGt5dScb2qMoDP2SG6ofxE9pzd7opw6fbsS36yMq/PJ8Yzt5dRx8E3t6cZ28s0ZOTO3l2828A2d60PX+Ybyu+W3lmyN1SVbfbUyaDmicSDWXEOkA6OVmmRPau0ufaGGdaDkn/JFo88juTLKuPLxwccWlORRVaAklgdaYQIRbNB2avFsa+80zxrQUsyegTKPtT9cwA8ozqEH8qEFxmADP9EHjD2SJ6AXElOTLnVax/dLhJZd4AmlMvrAxZi7lkd6IR/WBzygvqI008mz1JEPBlgj7yi9AtC1UsQTgsj+AKka0Qq8jwjFRH/iPv0zi1hh39CyDfYPpTL6oCTqAA009YNe8LHHPo0+8IKFGJdZZhm7ScMSo7rmfP2hJnmWZXYTZ968ecKrcf7v//7Pxszxn8MQ0YkO/3tWlmXCDR60OXPmyJprrklqf0uUJMt6vqzFeMjwCixJV2B4U2dJem8NuNemT0qZeoGGsUM/melnxd6YvJeJafnYe4ggbW/0AXUeyRcR7DnSuA32G9HiVG/UyLVs7PD+MWUsY05H9ERUaj7og+aqic+yBrQ4+d5LZd7n0ScZg481JvtzXcPYQV9kbCaZ4ZucmGSRdaDRln1TQATyBO5DhFIJfRBF/SZn0j4+o2+ePzQ6Va4YXSXJ5aovImTC68qqPQ9iZGRlueyh5QouvXeqnH/Tfcr98tc5jzPOu+l+OU+18zSi/WX2Mvn4PouX3DdNLrxzvqD/Vb3gT7fOsV7yyWF5+etDE2Cu9io3y+NEll02SZbrxIHQb8KtntiC6Hwj+R7q9tik2x6032Op9nH6uJvQvlJ9/vHgH5NEyOVe4GMTeqPyOdfpiZSLEiP6IDHVJPX9I6ypmLmOa/jerYUT1PWiAzU5sR+JfVY19OJzGv1gYvqU7E+X9lT/nNkbDXRmrdYG3y8RahrciwilMvqgJOoADUgVDnqBvBH6oLHokZtkz8CKHsmTsO+IFtEDmhYHYygEEvo8es44Ab2QmEpL+EF6dvJU1oAWR/YOpTL6oCTqAA009YNe8LHHPo0+oMAjeaROjzUdcl6N8573vEd4Vc2znvUsezVNbOPGzM4772y/MvWLX/xCFvAq9lgQ8iOOOEL4NayDDjrI1A022EB+85vfyL/+9S+57LLL5HF8TbCZ4Wl4BZbMKzBlydz2cNedrkDDJ1W+mQJ8PNpP3PiGx8RcZeyonqv2k5WY65QdrtmAU+g1f7QW+jxa6rv6YoN3BK223/fuUYv7eisa8yqJeXof0cTKKdfpiVSqxobUR8ZmOmes01rMGhQRgbwBPIESj7WPHz+gOIceYEhMwVytp032n/AR6deTCnuC5GSzyDrQWIV3pKbYfYhgZfSREIE8ggaqeQ8RVGo+6IPmqsfk7Oy7bpVzv3iQLLvy2jLvwXvkr2f8j8yfN0fu+NdFpk2ZtrScd8qh8tC9d8q1f/yRadROW3qmXPrd4+XKn3/Zrhs+P3jHdrJg/jwbLyknf/4QgX3H6Dm6wfMIGHgkX0Swv4hto25f6BEr7j/hh0oE8k6fl/DWYnoiKqUP6iPpqslTWauDW9w7uWb2ejkAABAASURBVLXQGzFRT65p6gc9wDhGcoe5TtfUCvVLrUZ6NXQ/2Fv36qKSdaAQUgnekVSNau5DBJX0weSZ95uYn1wjqpRXlr4XU7k4fH5MUCXvLbSWRDtaKirTA/jjHTGnun70iBb39VY05lXqXdNKr+mJEz2RRElPin7kPXWgM+u0NuAdaWnAEyjzWHwsmagqftWcsaKz9nzS1KKPiWgFeACCR/JInR5rNN9h3ekS2W6dpVUdO9Zbbz05+eSTZd1115WzzjrLXlHDr1NRsccee8iOO+4oP/jBD+TJT36yXH311bLqqqvKSSedxLQcffTRFpnPskwOOOAA2XrrreWNb3yjfOQjH5Hll19efvazn9mvd33rW9+Spz3tafLqV79aZs2aJfxdHmsenoZXYAm6AsObOkvQO2vgrTZ8UuXOO+DpsfjpGGIV/YQYJXoAzWM1Z9zoaQXpU98XkXRZ7wt23VyDzp7BSvyx2SCc0CFIqdR9iGA19EVMTJ+8hwjpKlXdT1O7rsQBwb/12rIOvh7JG8ATKPFo+4v9/lxEA4pz6AGGMZI7zJU8Kx42v4hOpT3W7YH9Rurqcr3kSR86EchbKPU31eIHTTWP0bl/nXWq7PTfx9mjX3G9LeWJLz3Qcj8tNWMZuf/26214/23Xya1XnmvMnzvHtPkPPWg3cv7x66/KrHU2N21JPMXnEjmfP4hQejw8j6AkLvoB+wTbSd3+0IEij+Q14Ac2TX3ExPTJe4iQrlLV/TS1z3vExQD2HLEtxb2akJ8SuvfmFRZc89gTdUQ/A4/kNWh1zczkyqwDja7sN9JYLIIfCG/0efSccQP0QrWkT8MPqoUtYz7eW0p60/41vjfqfGafYA11+0MHK+qdip7e0M6uEaEnakavY2L6pJU2QQQbpE4dvFJtUWv098IB18ETaPcodR4JnR6I/YwBrSDRW8wNkOC7706PkyoDWHQu5VU4K6ywQuf6YeHwCiyJV2B4U2ec77Uloo1PvDUb5Qs1lKb5ogwlMR9UdHohny3d1XfNIn1gg8FO0T/ZOU5fvPAG8gL8wAVy8HFNdB8ilMroh5JYHngPEcqzet+qKjBu8aQkRco/VWdaxzXwBOvxU6oXzfE6jfSCpvY88ugaYyP2kpvYfOrzSJV39Eq1orEGkNfiaxChtrA3gR/0RvmZPsiHTYFeiDWMIWqln+KVJoaDkQUPy5SpSwk3bM488Y3yg3duLyMjC+SKn35eGH/nLVvI8w7/rl2o5VbfQNbYcldj2vSZpq31hKfLPf/+u2RTp8q0GcuatiSeeM4Ae4/Rc3SD5ybYYPE5sU8o7ai6T8ZAkUfyGvCD0jR9UBLLA+8hQnl28j/Xp9aormmfA/rEtIAfMOuxr9+vAREozqHHySX7nI/mY4v0AQOP5DX09afq8IHUXEeNdaCx3NcgQmNx733e50kftPQyTS+QA7nDuAA/KITuCX6N1eP0dc8+f/ygKNCKOFZdFT2Xj5RWPD/ph3JLaZTsDxXFfItPaKlN8YLaAp8YYC38wFst0g82yE+MnVwi0Auee3SNsZHoNX0xPm200Uay1VZbLcY7HG5tSbkCj+Q+517/Yzlinw/JObd2W3V4U6fbdVoyq/jEW7PzTHXQMHZkqgCKR/KAVtiICAz8Ez5jQCvABxA8kncAL/fuUN6pBM9IqYn9gV838kipeGwQ/cjHZjTzfk3bDnqhWtenDeCZ8urzqxbx+KGq14zxg9I0e0QgArlTGXtvfF+jgbdYpC9iYvsp+iar8WTCI/kAsE9obHFvjzXF7kOEUhm9UBLTA3ohzjKGqNX+FK9U9NgcrL3Nc+SfZ35TuGHztP0/I0tN792Y2WrP/eRZ7/2aPOkVB8sNF/2i9uIsv+bG8o/ffF3WftKza2sW5wl/rhAhfhwxhtL+eW4CokfyRQT7i5S2Ud0fY6dUWB7gh0IE8oIO/dTS5zCOoMfxRD4+8YKSX3UwwOd5WvEDz4m2R5L4+N0Xjbkc782HFtDABn6iL+J6Q+T5CbUl7kcBOXFA2Cc0tnX0dh8ilDzxgJJYHngPEXyW3HHNIn5gg8FO+A3W0V6NJ1DpkdxgnxCfR4wdK+o/4QOlGXoQiEA+Tgpv9yHCOPzwgsZWf/yNRWOT+MGYohn7A02Lj1VycJ1coRfixxFj0Omxgz5A8Ug+KPr4/vPlkyVy11e+UnI58sgj7X+32meffQQWNPzNnFJjZbDXXnvJeHsrVoMMh7XDKzD4FZh9o1x67pVyxwJtve9Gueqqq+XG2XN10H4Mb+q0X6Mlt6Lhky2ftIEH59F+oqGfZNEst6R88lqi4xXVsen4AQOP5B3AjzKP5AY+YIPBTnhFrNu9iIBIrIKeIPqRW0nHXqvNT/RCPix+gllo4/B0L494RUzH1xI9xVyHXQ73o5acaM8fvBwT8xNanhKKHgY5aBGT6YuY2O3kXl7N2HL3Y0BOHBC8oNSGl8OE50TGNbgPEazMe4hgYvOJ3jpKnfhBSRwOuAKrbbadrP74neTCb3xQ/nzaibLnMb+QaUvNkBXW3IRp2fpF+8td1/5Vps1YRubcc7vVUXvTX86SNZ/wdJm69AxZY4udZcX1tpANd36pZFOmWt+ScuL5w16JQO4wBh9b5HkEDDySLyLYX8S24fsi1mGF6RN+zBCBvPFznRWUT/Q5zHjuEW1QT+upnNzPY2naH3tJbB+4l0frcC+PJuYntDwl0EeMoEVsjr6Iid1OeMXKYux+TJITBwQvKLXhBS6Sg49rovsQwcq8jwgmpk/eQ6yj1IkflMRug+hf6sAPSmK3QfQkty73IgIisQp6AnwiVtKx12rzk3vkw0foezFdjb1qsCPmJrSf4r7JrQMfYOCRHCpjeoAphzH42CJ9wMAj+Ti4/eMflxKfOKnP5ZOf/KT9XR3+ts7s2bOFP5h85513yv77729/+4Y/pPzmN79Z7rjjDvnud78rBx54oOy3334yd+5ceeUrXymHHXaY/YHkM888s897KAyvwOJ2Beb+83ty1BGfkLNv7HYjJ+5/eFMnXo1HW970yZY5xf6HrDz6J26PA18O9eGbUTwL1CT6kYPK3Y4Wz05euUexoI812j51wqOm4z/Ur3j86sLeQNOBDnrYjzXVeFJj8+GU0sL0WJp7lvaqWrHmWGV7pn34gPXrmMhenHaTRIX6mEpUqp542/wgJ/fR6PvFB7DxSN6Z3Kvw07HvtfBQrci7JvQo7uWxa3uyTv1S+6w+bsaQ9HiMiatsvI1s//qjDG7STJm2lKy4/pZ2FbJsimzzykNkqZnL2bzXrf2kZ8r6O+wh06YvIxs9dS+NM+Xxz3uTTJk6zfoeFaeW5xLPH3hEHysLsq+4KOMc/xjyGMsGzqueasDyGgY6Sj01nqWa3D2l5VPlkHumPu7LhR1GwQs/8GvJfqCDS38JvqhEZTI8zSP3qu7TluI0KOqHF0R/f9xozA1qaz3qTT9eHvFhTOyjTVA/fM1Lc4vaE/3IQeVuh/q0ebYa5R5FnY81FnskLwrGmahHsVe14HGCpgMd9LAva6rxpMbmwymlhWlhbzbOPRmzDn0W0a1gwBN9Ch7RExe8iQOjfoWX5njjBXh5JF9YcFPn2GOPlU9/+tP2P1Txip2Xv/zl8rnPfU6WXnpp+ehHP2o3cr7+9a/LF7/4Rau5++675YorrpBllllGjj/+eNlyyy3tZtDC2uPQd3gFJnIF5v7zm/KefY6T8++eiIvI8KbOxK7f4t2dZZ33RyXQ4JF8IFgPQhNegOSf/H2M1gp+QGEe6QeTOLVBH+gXJCslBxv0TvhBbzTOM54wzvZSm/sQIUyyTwiSpSnNJqon/EB17yGCSt0Pv56VDnwileluw3x/QgTtwlNDcfjzqRDaEnwiWo8naCoeyTvjfjSQa8QHNJ3UY8Ke7A/CrvAEJK4nMAa0IcMrkLwCPI8gTPKcAZ5DQX7kUhb3PfnnJsYQdmFlYTyutOI5Lo9qE54Q9Ope/dqih7L6NMtEck/vIUJ9U2XGr2WUgydeTizpnOdetk/PQzOPGYLUnuIT0Y64R3KVBjvcjy5yjfiApuKRvDOJa4sP4OGRfCDYH4QmvADJr6eP0VrBD0Ih/RCk5pR+8MdNDqELPwjS4CmeMHhnf4f7EEEr2F9EpdLBXEmoDnIfIYLO0xNRqfvB9YRKh/shkxMHhv0BjXl0L38eeaRkYfCud71L3ve+98k73vEOvWSZ3HvvvTJ16lSZN2+eLWc3mvTxT5s2TfjbOcccc4x85zvfsf8RywqGp+EVWMyvwNz7/i1XXnWj3DF7rgz++pyxBze8qTN2LR59mX6S63tQaFCZ4JNypDLdbYgvhOqUZ0oLLeUUP0DNY+wnZyoJ9RGKqmM0BZ+ISt0PPKkmAnnAfYPUnuITCR1VPx8TQ9nYT4NcjH7kqnsPEVTqduT9qWJ8IqmaVg3/iDbgqaF0oEFJrBtEP3KtozeiUulgzgTqqzDhmuca6YmoNNiBZ6IDT2SP5J1wPyKEJrwcl+N4gyn3yUFTL1QuUIiOj4lp3jO1p3s8aMoF8p4Sf9LxYLx3yp+klUxrBuZ8eW+m4D/tQnmvPuaDG7lADtbHNy50Desj6vU4pOBPcohqk45ei0NqeMHsy2T0hn873eP1N8gohN4RzSH6MXbGdO29ASrr4teC6Hya60Wuj9zQG1+nGoQ+27eOPab96M/Rx+UfG/zE2vLKx5FpeoofOzrsduAVCV3Rj5wpInhO7CP6kWtB7PFc5eYj7y0et1fnOj4Rnx4o4hWpaWadmql+OfqRawX9EZWKw3UTqI+YqCfXNPXr4X0emeoMfoli9/KYKKmX3JMIodL9iC6TA2OP5CXchwhhkh5A8kjeB30RCqpjNAUf0HTwI3qSVxzwhYrcPMQnotV4RFSyo0+jjxmP5MA4olrsJVep24FPTSU+kZqyZhl/oCqPeDKMoEHUJit/61vfKv/v//0/4x//+Idccskl8sMf/lD4Ozn8Oha/enXiiSfKW97yFtltt93kZS97meX3339/sYWtt97aXtlTCMNkeAUehVdgeFPnUfhOLR5Sfle9GOefkItxTeJ34Wum62XWg/oKm8HfMaHphB+EGu/1GKbKKX2A6pE8gXt5TJTUSy3e3jjQFzw8I26iMe7RPaOmJb2D/l7WOzMGRh7JlWS/6hM5JuTJ/mAiG6j24gdVXcd1e0XXadEfD5URfePjCT/QoR/eQwTXO0U8Gwp5fw/s6fsjQvBPeaEBZTNlvqyczVEeUoiOj4mKqJ6zikZYuRJXMR+tK6L2ZYrWUdsEftBUU8wV/nEtzWW2rFwL83NkldHZssqCB2SVkQdk5UYe1PmA9qycY/2aE1PaKiMP5mtoZI0F96sX6+V+2hv7yPEaiPn3yyqO+q+SYFXVVpj/oMjDDw/O/Pki0NKb6bwzto72PgyVdfED7fFa7/Xoen/ET5mHp0Y8LNfxuD21Fx/ggwH4+Gm4tMokAAAQAElEQVT5GKVsIPCMhGY+DmE0oSExR+zD/ZggJ+bQA/mwOVR664rxg7r5Rp01oLGoNxmvQ0+pOeMHiWn2CT6FJ2Mwjb6Iv79ds6LeyXuI0FM7nN2zoRQ/aCjpn2KPqEQgbwB/oMQjeQn3IUKYpAeQPJL3QR/0TfQL+ED/TAel4xq8zzu49UrwjPRUO7NPYOCejAHNvm8goZ/oMAYfa/QeIqg0aQd+MC5D9gktzfhDS1l5Wn3XO+UUiax78smlmg9/+MNy+umny7e//W1j8803ly9/+cuy4ooryk9+8hOZPn26jU899VT7VavXve51Vk/NcsstJ1/72tfM76ijjrJX+thgeBpegcXsCiy//vNl/3e8UrZdcbpMn8Dehjd1JnDxFvvW+I1DzFs27l+cWsr6p1kD+mdKCv6A6JE8CX4QJukBJI/kfdAHTHgkT4APJKa6SS3+btJ5DfcjghtoxMPRoR3VcU9UlV4wIZwqmlbKsls8vobNVa+wpdbmPE5jimVVNyYSt9pClu3AMlrTma23lGUqzNRxH1ttKTPr2HormQk+T54zI0TygXjC1jKjhek6X2Yrmf6EMjN0XCWbMaPv1Vu838OzwlI0sIGfKs8Xl+0n1pU5eqGoqUvog7r5oOMHQRosHWCdTsb4RUIT+3Rcro5N934b6ImxhnjQx5gI5K0kfFI9+EFqrlVjDWgpxB8o80ieBD8Ik/QAkkfyPugDJjySQ2WMDzA1MBWvuv5x+eMNwRQfCFLxR1ujlvo4LOY7eBa1MaEPolaTs0eomW6WO67hJp3WwRO8qRLdI0bPi1L6AYHoMM6JPTHPp9MBn/RMScUPSmLXAWtASz3+0FLWm8YPeiM70ws2aDrRB001+Rx+kA8XWui8hu+bCGFHeDguV8em0+cgkBMD9DEkAnkjeEBj0dhkJ8+x8rGMNWBMSWb4A5MeydtYdpedpcTOO7W1lOb5Y8nc2CmJw8HwCixpV2DVbeVFe+0m6yyjG58+w25Wzpim+YDH8KbOgBdsiSrXu+DFfmNeiJOcsAa02HI3HyjzSA594AdM5JEeMIlTHdRH6upUxw80Hfzo8AVvYFP2TRMRyHPiPj0nQl7SC/RBbzR2RgNVvIc4dZmZkmYZ1euZsswy8qhkWX1cSwTLypRly2Q6riJT9NN9/n7Xd33twXMBSgV1fegQiumFIKVT+iLpKlPxAxsspNNA/nHf5Lon+iMqCWOPnjM26AMGfA7xnAiq0xNRqf3Ie9sLpdifDPrGGtDS53unjJxYC35AQR7pAZM41UF9pK5OdfxA08EO3kcDdAzyDxuz9f3boP/keyZCqcJ7q3t0XYu9hwgqNR+hV8gbqvGDhpL6Kbyr+05U4+8kpssSnhGdjb3kKgkxglbg/YWgCZoGyaP3msSpC3lvl9Jx17AGtBjE/beUij3mimfnfvoiUv/W2TNl0eF5lGpr1Ng3BUTQ3PdI1KEdnhPBRD/RB3FMjgaa0xNRqfmgD5qrbJbPRXjbYNATa0BLH/5AmUfyhc0666yj39ro9zYLe6Gh//AKPEJXYPoW+8t3f/lZedHag79mZ0n+SHiELu8SvMzoSG/zfKGD3qjTmS8CnQpjEWtA1BI53hEroQ9sEE5ogJTH2EvOFJA7jIufXtIHJqZP3ucxXZVQW3wTHfaT1pRe0vCNhEn26EPPieC6Re9n4HmMqnuPR5Uek8eFF10kRx19jNx9zz1y+AeOlD//5a/232E+7VnPkTv/8x/5yc/+T3571tny8MMPy4v3eqXVHXvCx+TyK66UD37kaHnggQeXjOvG+79lpzwXgDKPpY8lm8hn8AO0HGaAoUfyPuiL9BWMCfjAmDJAxhodyt2fCI0teEa0mJ6ISsXHuutodi1JvJ8cfOxRNe/zqFLzEXqbC3uz+PayAc8d18E/YqvQa0nlhA7IeYy95DalJ3JHh71XoNHjmJg+eZ/HdNUjqPqePdYszX6ZIoLnRHtO0W8DPZFHkBQOeoG8Ee+niJxYA35QM90st3h7M/4R15MRz4gWxd66XMuan0t4UpTHqg9TjdAHjUXlSdYoKw0j9yZCQylTeIPnxORziQn8gDyHXmDosZozLjzpBxPTJ3wgPdugtvimOjutg29EjehzdGgHYxIikNvjJvH+mLtGVJ2eiErNB33QXFXM4l0MBklYA1p68I+0lOfT2nHi5iKRjz8+n+uFI488Uq699treIJx32WWXMJpYetlll8lJJ50k/H2ekZGRkhn/Tfo555xT0oaDRX4FHjMbmL7ObrL3O14nO63S7QbP8KbOo/ipMZrl717ussPCfqysAS3rcBc/YuX0gQ3CCQ2ipHlff0qjD3TOfspErCH6kdeUTYrcyZ99R1pWxhNKZd4fRTTGHsmVvl7VHkvHD8/4sXzw/UfIirNmyXEf+bBs86QnyoePPU5+8J1vySorrywv2uOF8slPf0YWLFggN99yi9W975CDZeuttlyyLlPl/Z7aPM8FYM6jffzEXs+JQHEOPcDQI3kf9EHfRL+AD/TPTL7COtDozL4joTjViwZWRh8JEcidyth7iOBltZF+qC2YpAnWgBY79hyx8ro+dLCi3in2kqPG6Hnp+VnxoCdCTyTO1eYd/lFT29s2wX4jLfW+d8rIiaXHz17dj0lyYg49kA/rA31QX1Ga6eRZ6hjfgHWgsZt9Q6Io9npOBCunL2Ji+uQ9REhXVVS8K9KkDd2bCC3G7Bko81h6LtlEPoMfoOUwAww9VnPGfZ4mpk/4QHp2ctVO6/CYIy1bwBOsjD4SIpA7lbH3EMHLaiP9UFswSRMd12DPkc6rP3CrSOTBO5Ktz3/+8+Vf//qX7LnnnsX8/Pnz5elPf7oQ+UPKl156qey77756L21UttpqK+G/NV9zzTXl9ttvlyc96Un6w7cHhD+ojH7EEUfIL37xCznttNPkjDPOMM8PfOADgsdhhx1mN3j4o8t8z8fkLfp9389//nO56qqrir/Tgz5keAUW6hVYcUt53l67y8bLd1tlSreyYdWSeAUyvrlj40QgX5iwBrSsoffmSz/BbizHD0JRXT96KBv7iRtixQMpQi9EbWHlndbx/RKhZTN4QqmMPnAxfnGOus739ar2WDn4or1gQe+nM9y42XDzLeRDHzlGbr31Npkxfezu+NprrSkzZsyQi/74B7niyr/JBps9Xi66+JIl6zJV3u+pzfNcgNIcfVASdYAGmvpBL/i4NtIHtQVjE/jBmLLwMtaBxhXYdyQUp3rRIJSVPz+VJsYG3kOEsZmazPdUMz1pcsd12DOwrkfyJAlPeoD6akQriL3kxUR/gg/0zzQo8XNnQ9mEptg3tJiwdyiV0QeI1b26zpxCL2jafNAHzVXFbCfPonr8CetAowP7hsYi/RDM5/GDfNgL9ENvlDzHnpgni11s8fSyCUXWgBYT9gylsro+dAjF9EKQLO3T6AObbT7RC81VkzPbt07K1vdNhFRN0PCEIOkTTZWWXq2wFiLYoOmEHzTVTMZcxzXYM7CkR/LJZK211pLnPve5dnMG37vuuksuvPBCWW211eT3v/+93HffffLEJz5R7yFmst122wl/TPnZz362rLLKKsYXvvAFOeaYY2TjjTeWs846S84++2zZY4895I1vfCN2xrrrriv77befbLTRRrZOlnGrSuTwww+X1772tbLDDjvIj3/8Y6sdnoZXYHG7AsObOovbe2Qy95N/MtLPcGJI97fep7Hu9VbJemCD+hPeQIVH8iT4AZN5pAdM4pTjWj4Ue8z0OFL/Ri/UV9TM4F0zVSd3Wsd9iRDMYr/nRAhlUjx+0bfoQQ7ICkdfL+JjhKlTp8pqq64qN950k7zrHQfIuWedKdNnTJdXvWIvueiSS+0qzJkzR/7+z3/JddddL6ef8WPZasst5LzfnS0/OP10m18STvY+zt/vTfulDko19DlxIqHRC7EsmXuvx2RRT8QPeqMBz/h3aHF/IjS24BnRYnoiKgljj54zNrzfBnpirEGIoDk9EZWaD/qguaqYxbsYDJKwBrT04A+UeSRPgh8wmUd6wCROCmPQdOygPjI205fRC30Ti1rw/dfsw/dMhFJZXW/QvYcIpf7UIPTaczJVk2v4QT4cLLBOhw78I40teEa02Hs1Fc+rkbkC7y8ETdA0SJaJBT3hoUE8ktdCP9QW9E908q22sQZU9coYbyjJdX3oEIrphSBZ2qfRF7Gq9IleSM82qPg3TKemOq3jvkRQI/ocHdrBmIQI5AX0gQueE0F1eiIqNR/0QXNVMYt3MRgkYQ1o6cEfKPNIvjCZrj90e9WrXiXc3PnLX/4i/G9XTetts802cu6558p//vMfe4XOBhtsYL0333xz0Xb55ZcLXtdff72sscYahc7NnCuuuELuvPNO4eZQMTFMhldgMboCw5s6i9E7Y9K34n9TB+OOd9spHTesAS0G3MWPNJbjBxTlMfaSM+UwBhtTHzExfaInkq56BNW4b/KwNPv0oedEcN0ifWADPZFHkBSOvl7ExxDvffeB8u3vfk+eufsL5JiPflQOP/i9svtznyML5s837Y37vFXO/tUvZIMN1pelllrKtA9++Gg5/uiPyFprrilT+CPES8L14v3fsk+eC0CZR6n2+ZgIFOfQAww9kvdBX6SvYEzAB8aUATLW6FA+kD+eEfWnP6JS6RWJzKEV19L7TdSTjz0iVdBh+0F/e5VVFHuy0QAn1oCWFvwjjeX4AUV5jL3kTDmMwcbUR0xMn+iJpKsSaod/2MSu8A+bKPfncd/k/RWmsGcSInhOtOcUvb5H8ogWxR7PVa4/vJ8KcmIN+EHNdLPc4u3N+Duu1UY8I1rovR5Vso9PHxPRimvp/SbmJzTSPNITYaqVvLe1bjwF7k2EFg/fO2XkRHv8luQn9yFCLhPoAc+JSeiLJIt6In7QGy0G57hvct0S+3N0aAdjEiKQF9eSPkDkY5Q8ojo9EZWaD+9vripm8S4GgyQd18E/MsgSTbW8OoebN5tuuqnYD+BWW82+39ptt93kt7/9rbz61a+2V+V8//vfl2WXXdZetSP6xg0bDbLhhhsSZLPNNpNnPetZcvDBB8uOO+4oM2bMkL333ttepfOlL31JVl99deGPLm+77bZy8sknm77MMsvYq334dSxevfOKV7xCnvrUp7bePLIFh6fhFVgEV2DKIlhzuOQjdQWy8O7lC0nHdTt/M1r1Yw2o6pUx/pHKdHmIHwQ19pKHKftpWaHRBxR4JE9ATyRRUi+1eMdG1ojj2hzPSCjEw3G5Oja92u9jJsmJOfTn6WM2HHzQu+WsX/5cPvupTxbX4Hl6Ywfte6d+o9D2fOELrO5Ln/uMaW/bZ29ZZpmZli/2pw7vd54LwGPxKJW+YowOFOfQAww9kvdBH/RN9Av4QP9MB4U1oENp5xL8IqGRfToul8b0MUGEmGdUIvTwERF6asvZPdvKdL6zp9aWDtaAktg/wD/SXxEUjkd2YwAAEABJREFU/CBKmtf1u64lYs9H7/Uo+Vtl7H0e86puoeJV14R33VyfjmckFOADQRLGgOZRvB8R4pgcLYceyIf1gT6oryhm8INCGCRhDejY02kd/CDhST8wFaPnxbWkH6xQZ8mBcY6qlhHBBm2nikddOX5QN5/U3ZsIyaIxEX9A8WiPH8FxHyK4rpEe0FQ8kvdBH/RN9Av4QP9MB6XjGjh1XgPPCM05eDi5ZNcBzcb0kRCdOCbP8R4i5HJ9iH71VTaDH9hg0FPHdfCPdFqGu0Dv/adI5KArS6377ruvcGPn05/+tN2I4W/ncLPl2GOPlZe//OXyghe8QC666CL7Wzqbb765cOMFg6OOOoogH/nIR4Qfun3+85+3+LOf/UwuuOACu1nDD+h+/etfy1e+8hV5zWteI+9+97tN59ervvOd78j3vvc9WXrppeW8886TLMvsVT5//OMfbR9mPjwNr8BidgXCv/oXs50NtzPxK8Ad9uiin5TiMJXzSZnPs6m5Vo31oKUQf6DMI3kS/CBM0gNIHsn7oA+Y8EieAB9ITHWTOl7bbmZa5fslgkp+sE9gzPuLyBjICyp9hU5SmevrpWbI4n0FxrO7Du93ngvQyR4/CMX0QpDSKX2Qni2p+EFJXAgD/3hqtWbfkdDAPgHJ/RgDWoH3++cOxsVkL/EeIvTUyTuP25O9QstW8IeWst40ftAb2ZleYOCRvA/6gAmP5FAZ4wNMjQt/f9U0+/u8ZrpeZp8QKtgnRE/GEMqa0xrP5qZ8ttKbq32B/UDfRBeh4xpYxevAuBY8oaYg7hVPxlAqpx/8/U0OoSj2xDyUpFP3TM8W6kCeRZcm7BM0bTrwh6aaYg4/KAQpXukUpHRKH6RnSyr7gZI4yKDDteV93tnS902E0Mg+Ack9GQNaQaWveAVPUdC7lgzpBfLJZNye7B1aNoM/tJSVp3lfPW51kSrlquFoeAWGV6DjFRje1Ol4oZbIMj5hVjee0rSGL0igqXgkHwi8ITTh5bgcx+SuJyN+wGQe6QGTONVBfYS66hhNwQ80Hf/h3gmHgb3xwocI5Dl4QT609xdjcM1i6LOxn9BBx95DvO/iS2UgLrpE7ktwv2qTzoUXywPK/RXQxs0FF8mDk8WfLux5aZw9GZx/gcyuMEfHE2Fk9myR/P0u+RvvdyeXpDp2PRnxgzDZuZ++iHu45mONnT21tvZI+HrtwP7u5VGN3MOjSnb4mGiCn0KvSYxJiKA5PRGVuh30Q6La/ZgiJw4M3hAa8YIgjf+5lHvjB3h6JO+D+ggF1TGagg9oOv4D70T3hHzxhOCLHyDF6Dl6I/iBFnkPEVRqP/Je8egd+RifiE8PFHMvW8PzhAHrJOS0hE9Eq+gHTcUjOTAG8gLvdyGOyVWnBzTt80RrJPeo1uAH6B7JBwJvCE14OS5Xx64nI34QJjv30xfBozpGUzp7am3t4d6VgnF544UPETR3H48q2eFjogl+yvt8KD4mgk7QE1Gp25H3p4rdjzly4sDgDzTmMeWFBpRNJvwhZP6GjTMy0vtPLXyN2fp9zZ///Gcf1sZf/epXei9t4NtO5vfTn/7U4vA0vAKL+xUY3tRZ3N9DE9lf3d31/BNztOZTXY799CXOdc5ZD0JDyhMtlDSn+AFVeaQ/wlQj9IEXkYOPNUY/cpW6H+5FhEonX+jG5YmXEzzxgiBZmtJswk/u5VF17yGCSt2PxPOIZnwiaAPje/SoBnhqKA6uazHokriXR+3BM6JS/UFfdRYN0PMY/ciZmgzcy2Nnz3xf+h2N/jiw3M3IwY9rGsdoSTp40ocXsRX3o5AcyHPwgXw4WMArUunmMVek9mH0I9cO9hdRKX3k9X2T6BEtiH7kKg12JD5G8YkMZphX+z7zIcE9ycdF9CRXE/f0qFL9QQ/ECsYQNPfyGKbaU/fymOjANyHXS3hFQiVe4JI/V6Pmc6UY/ch10nuIoFK3I/Ecss8l2o1PRKXBD/YXSTj4405MpaXoR65VcZ/kKqUP6qE6iwboecQnwtRAJK5t9CMfyC/fl71/PM8N8HJyqdv3eu5DBG/WGP3IVWo+6AeqiA7jHHwgHw4W3M/jYN3pavfyqFXsL6JS6WCuJFQH7uVR5+mJqNT9SDyPaI5+5GgDE/Zozys1qHoN/PGpHn6cfO/JEvnKvV/xKYs/+clPZK+99rJfr+JXsfhVKv4b8uOOO87++3H+m/EPf/jDcsMNN8gPfvAD+fKXvyzXXHON8L+a8jd3zERPX/ziFyXeELrxxhsFD24a/fOf/xT+MLKWCf8r1kMPPSQf+9jH7Nev0D71qU8RhgyvwGJ/BSZ4U2exf3yP7Q3WfKLnomRZpj8sqIGCFrLEfJZljZ6Z9jiadjs6eLYaqYduTAzRNx1nWabDGrSkOLSuyGuSLMtsJsuypKeKkllFtxO1WaZnJcsyybIKapNlmZ7LR79SnlcjPbRKe7MsszzLyrHS0T6s9GdZ2S9rd0hWZFmW3F+Wqa4dWZbpecBDe7IsS/uqVaY0HtrbN69almVpT3QaNGoBWWeyLO2JT9bBhRqwUvUiZlmm7TVoQaZwEIG8FryYJNZg05y6oB66OXGyLNO0guib6noeO6rjsZkiy7JM1EyPLImKMuhblqW9skx1NcuU2kNrknOqZ1mm26kn2dciZlm9X9bSy3SqJsuy+n1qU5ajofvRwbPRTPt1U70ScjKNWZapXAM1oDVaRNYMdVqRZWk/PDKd73JQB/RAlmUaKqhRlmV6Lh/9SnlejfTQKu3NsszyLCvHSkf7sNKfZWW/kc03l/nbP2VwdthO5sP2Gmt4WPWB2GF7ebiFeTqfZMcdZB5U59GM7XU+zdwdt5eB2WkHmZtgnmqQmqvVdt6x50XsyENa18guOwnzo497XPJ5lGWZPXd6Z0vrT9RWyLIs6ati2UfrykL/KMsyoS/LMg39qCiDvGVanGWZttXAvFI9sqpQHTd55nPVltZx3pdlWXq/rQbpgiyr8UPXlkyZyPHgyIMSmT06u8+OmzaHHnqoHH300XpfaVQOOeQQ4w1veIPssssusvPOO8stt9wi1157rbzoRS+ymzsXX3yx/Q2dPjMV5s6dK/zxYzjjjDPMk5tBN910k1x11VVy0EEHydvf/naZN2+ejbVlePRdgaGwOF6B4U2dxfG9Mll74g57jRd32qE0TT2UxPTAe+MndDQodeAHJXESBhP0ZJ9Q2gmegKhfsAj62d5C08l9iFCqxQ9KYreBX9s+T9rH6Zn0ws/xx+3jDhFPKJWOc3/ugR/42CKewMAjeQe4ltBXig/0TXQX2CeUOvAEv54xLxWmB/hBaRYPKInpAb3AYwaqGAN5AX5QCN0T9/LYvbNbZdK3utfqOGHd6EM/JPpSEtcS4lzhP4BP7I85XhC1Us7zCUpi8wA/KFWxVyiJ6UFfr5ahgaZjB34wpgyUVa+rNeMHNhjfiX1CqRtP4FoCOZSK6gf4QamCfiiJ9QPvj4/btVLXAJ6xL3rFvKjhcReDbgk+QLVH/xo5usxMGV1xxfGzkvYuEawkoystfEZ0jcUJmTaVd3s/43x+RqPiueQinsDYn6c+Rquhz4c67yMCWgt8TEK1rPDv6FPtj2O8IGql3B93SWwe4AelKvYKJbH7AD8odeAHJbFhMMGpI488Uj760Y/K+9//frthte6661rkjxhH69VWW03WWGMNueOOO+TMM8+UpzzlKXG6yOfMmSN33323/YHkTTbZRNZff3257bbb5PTTT5fnPOc5cvXVV8u3vvUt4RU7K6ywQtE3TIZXYHG/AsObOov7e2gi+2v4osAXLCjZUw+IHskD3kMEpmL0HN3ABxh4JO8AXpAsHdDLPfCLuG4RTwfBc49oCaIfeamkpddr6XNc84juucWOnlZbOeEFFbk8xL+sNI7wg1KRexDBJ8nBxxrpdXRoR3XcE1Wl1zGx/aRd9UXRi7y+snYGfygV4AUuek4E1yvRfYhQmqYPSmJ54D1E8FlyxzWL+IENBju5HzHZOQ5fvAA/j+QGfsCA6PhYY19PrvXp9OqcfmcohrS/9XnkLYU+Ds/cogh4QSHUJb5W3XzQ8YMgiT1m9/Ao+Vs+9h6ik1dIdWw6fcDAI3kH8EuW4QPJyWYRz0ipGk9wkTzieiXih0QE8gLvL4T+hJ6IV6CReyQ3OnhaXeKEFzDlkbwE/iWheYAPUOVRBvSg99HGFX9bSt713lnyk5/NkLfuv6L+hD+Ta6+bJh/7xHLyox/PlLcfOEvmzxeL1MCfLlha/vOfqXKC1jA+6dOPkyuuXGoxvjTFe7y8x3G+/3EDzDySG3g6CJ57REuAD5Sm6EEgAnkDff2htphzHyKEmq4pXtBYP6A3flDyxAMQPXoex6rR6+jQjuq4J6rqvR5tYvE4bbbZZsKrbpZffvnkhpZddll58MEHZZ999tFPX5lMnTpVtttuO/n+978v3OBZe+21Zc8995RNN91UHn74YRm+Da/A5F6BK+X77z9cjujE96X8/8E172R4U6f5+izZsw130rnzDjxAj/YTN+/xSEHAa4nAFFE/xdvvZ5OjFeADCB7JJ4NxfDFhfxHbhu/Lo4l6YhxRKXVEP3KriX3kJtaf6HNqq/CJ1BbWT7SuQStrDHBtoyc5FsVzCS9AxJMcGOfQA/nQAuNIT1SFXsfE5hPPy+aKMItvGHZNdVf23G+sxztSU4wXU0Qgt2tJ4v3kNXgPEaplfVoHz6rHQGPe5wM0sL+ItfoePbqnjyki10ivhtKBFrFJ6iMmNp/co7Yq+pHXFtZP+BrE2iq8obagPIEXoHq055R7eKQA8rHXEoEphzH42CJ9wMAjeQsDfYy2eMVp9hexubp9oUesuP+EHyoRyItr6f0mpk/0RNJVqrqXR5UGPVinU49/PHUoxjNiLRPYo/WP/7TYdB6gN20+ccI98qI9HpKTTrxH3v/B5eWqq6fJuuvMl5e+eI4c+t77ZWQkk1mzRqyGuh13mGf732nHuabt/9YHhRs9Ji6WJ97zNRsb4DnkDrhFTOe5ROKRHBhH0BJEP3IriX3kJtaf6HNqq/CJ1BbWT7SuQStrEDsSPcmtDQ9g4JH3Fzmg59AD+dACY7CBn+gDxh7JFwJvfvOb5fLLL7e/dcPfu+Fv5Zx00kn2q1X8nRxenbPTTjvZDZjdd9/ddrDrrrvKHnvsYbmfjjrqKPnd735nPvfff7/dwMHvqU99qiy11FLymte8Rj7/+c+b7+c+9zn5+9//Ltz8WWutteTEE090m2EcXoFJuAK3y/nf/b58vxPnyR0DrDi8qTPAxVriSvnEXbNpvpEGpj3qLWsxpPKGDwSZHkCK0XN0gz6wQfdTn09d6zi8scIfyIvHXPViDFZUf3IfIlglfRET0yfvIUK6SlX307TYM/kA4A+NLaxDgUfyBvADSjza/mK/50SgOIceYBgjucNcybPiYfOVE70VaaEMWQcazdlvpLFYBAj62pUAABAASURBVD8Q3ujz6DnjBuiFakmfhh9UCydzPA5/9gm2DfqBgUfP41g1ehwd2sGYhAjkQl/ExPTJe4iQrlLV/TQd74G/U+vh63isLexNRD9yU1O9rhGtqHeiBxgRI2gF9EEhtCd4tVdpxYC+2lEcrJFJPqzzQQfKPJLX0OdJj1PTg0yfR88Z9xG9yPsK2oVG/2p7xzXwjJgNvWCDx+ZplVVG7FMKj3760qNyw41T5dnPfEiesPV82e8dK8oB71pR50dlzpxMLrtiKeOOO3vffr/nkFnyjOesKk979qrymlf3/z0RPBcPeM837GSczwFcwZzdw6OJemIMmvpBD/iY6GMioOmFlxJS/+Y9RKitZC9QW9A+gT80VrKG01jYm8QPGHksHjsi4OfRc8YKPaCpxOg5ukEf2GBip/1m7Sf7Bd62wttKhhtuuKE885nPLOBVNdtuu63V8Ooaxk972tNkpZVWsl+9uvPOO+3v5TzrWc+yGj9tvfXWhQe1q666qo033nhjK1luueVkyy23tHzGjBmy22672at3EJ70pCcRhgyvwCRdgZ3lg388T84NfHdfnoe7y8f7tMGW7H1VGaxnWL2kXIGGO+jceYfSQ6EeosgnbjQIOr0QpHRKH6Rnk2qWVBtE9tgwnZpi75CaKzT2DYWQTtyHCKUq+qEklgfeQ4TybM2oxbOmq/0VJbGx4xrsGWKr/fS6JOQDPCEfEugFcuD9zxgYF9AHCB7Ja+jrr6kzeRzPIevTE+uApvWH75cI9ZU2gx/YwE/0gY8bIr3QUNKbwg96o85n3kedi8dZ2Lf/6vuIfUPwpweClH7Oex8RYkMlr/pVpid1ONBa7BtadoAnlMroAxf92qKB6xrpBU1LR59GH5SqJnHgexzQkn1CYxv7Boo8kteAH5Sm6YOSWB54DxHKszWjFs+arsHkjmuwZ8DcY+3neooeI9xzzxRZsKD3YP9z1xR59m5z5dOfe5xssvF8+fyn75bXv+ZBufQvS8vMmaPyhK0eNlbVG0F0fPyEe+Sc39whF/zhdpkxo7iqTC15TOBjtPHB8vyEUMSVgvi1iHEo6aXeR4Semjwn+5OVExcHWqtl374bPMHHFukFG4QTGkRJ89jPtWUMOjV20AdjyrizpbOlpcq4zbRxlVVWkR//+MdS/Xs7OjU8hldgMbkC02V5vanIjcWCFaaLyPSybpoM9DZloOph8RJ1BbKMT8npLTMDpVnqAdGj5/nYe4jAdCP0AUUeyRcR7DnSuA32G9HiVG/UyLVs7PD+MWUsY05H9ERUaj7og+aq5CzrJCdSImtAai5oeEKQRLyPCJK/kUM+JNAL5A5j8LFF+iImpk/0Qnq2RsW7ZqpORmcdIK/FvYlQU+g+RCiV0QdRZOyo7j1EUKn5CL3NhWOznXzHynsZ6/SyxjPeQJFH8iR4ApN5pAdM4qQwBk3Hjrzenqeej82WMnqhJDYN8IOmmpq5hbEOnlBakv0BokfP87H3EIHpSJ9GH1DkkbyGvv6aupLcwdfr8Y+4noz4RrQo1YumU0IE8gLvL4SQMKdDeiIqNR/0QXNV3yxr9IlNAmtAU43O4Qua2jUgSoc+q3sUn37xkztkt+etKuttuqacdvpMecveD8p+b3tQdn/RKqbdettU2f4p8+Qvf13axtQ9ZafV7O/sPIovS+ND43kEFHkkT8JzLKJF9ICmxcEYCoGEPo+eM05ALySm0hJ+kJ5tVBfGOnhCaWH2B4gePY9j1egFTYuDMRQCCX3gObGKz1f1Acf8j1f8bRz46le/OmD3WDl/PPmCCy4ohFNPPVX4g8kIP/vZz+Scc84hHTK8Akv0FRje1Fmi333j3zx33gEHj/YTN7/77tEKtCIfa4ZiP/2OuYmpE33AnEfyRQR7jjRug/1GtDjVGzVyLZPiWnq/iMmlE3Mq0BNRqfmgD5qrxj/r3kRocfK9U0ZOLD1+E/ITfpAPCfSA50RAcxiXPCseNh9Opb6gL4y001rsN1KzEbyYIgK5PW4S7yd3XCOq5j1EUKn5oA+aqyY+23EN9hyxhet60YGiPMZecpvSE7mjw24fn1aopRq9l6jD9iPfT3vhOCrwjrRYsGegzKM9p/BABM+JoJrXEkEl+7xPTEIfMOmRvAb3rJmesIx/pNGQ/Ua0ONWLplN2HTwvrqX3U1CFOdXoiahUf9Dj1FdNzkzHdeLeyW3xjr1W+yg9TZ0q8ocz75Ab/nWL7K83c3iYSy81Kmf/qqe9Y/8H7N7XT0+/02qou/j822X11RfI03edR/ljDp4/kcYL4M8xj1qc6o0auZbpJ3DNvI9oYvqklcXHNnm6Kqj4QZAmNcU70mLOnoEyj8XnJ0TAz6PnjBV6QFO7DkRwjdygDxh4JI/U6bFG87tvvVki99x2i6pjx7x58+x/o7rvvvtkvfXWk3/84x8yMjJifweHv53jldygeclLXmK6/w2cww47zMY33HCD/eHjXXbZxctLfwB5/vz5wt/q+dvf/mb1/J2ee+65Rw4//HCr33///fUyjsoGG2wgs2bNstwmhqfhFVjMrsDwps5i9g7pbWdyzqOlT8tlT+68A6pH+64jdXcdDSjOoQcYeiTvgz7om1i0AnuGxl2wb0gUxV7PiWDl9EVMTJ+8hwjpqoqKd0WatKF7E6HFmD0DZR4n47mEl4N3ybNlX6U+a+5w6vhNSNWp01rsN1I1qYxLnvQxTwTyFkr9TbX4QVNNZa7vG7zKfHI44Bql/df1okNY0Ps8MvX/2XsTeEuyqsx3R2ZWZY1ZTEkhlO2MDY4otuAEMoOC3Yq+fk7PVvw9fdh204hIgzIogt0PHB6D3WrbImAr7eyjFZGhHUBF6Gc34AAqVFEUVVJYc2UNmW/914kvzoqIvXdEnLw5Vtxf/GOt9e21vtgnzrnnZp2bJOSKyrvXEvNAQwHNEKHQtpV3fB1tDSYy9huZard17Vuxe/y2Zn9CTV4n+5KvpTqYAWpF8hGZ2VFPEKpeoa+X7nBvuQ70fIZF3Dv5cH1Q4wcu0x9xMX/SDBHyXa2KJ6ki+YmCa8CEP3uOeDtzYP+hZf+1lVaOntn34M52/4p6Xit/nvTXwY4nvZ6q47y+IDRpjihZORFcZy7iYv6kGSLku06iGvdNPnFp9gy0Kfp7e5xVTgSaW5gBSsVhTj3ydPHEn/gHkf/8z/88fdInfZJ/KPOqV70qga7Mv4vD/1vVu9/97sTfyvm8z/s87/vGb/zG9Mu//Mvp93//99Wabr75Zv+QiA9wvvmbv9n1BzzgAenaa69Nz3jGM9Lll1+e/uzP/izdeuut6YorrkgvetGL0p/+6Z8mvJ/85Cd7/3pa78Be3YHLvv7V6Q//6HnpIcHw8COelV72E09Jm3/pKSxU0vVDncrNOfOX4tty/9HwH2bQU/kDM/REK9DAUh3MgmrFkcYcqGFGHHlMzSz0x45rAHkRfCHTEGeVE6HXzjz0xH6hGSL0VwvVhGdhatkfy7gGlMxanT1DW25CnBvmsbZuZsHS7qCGTiBhDpQTCzALheWSvJPOdaA6HPetvDKAH/RamIOemC+YhfxqUPGDIJ2QdIdrTO4fTwgbZgaQhhGtQ3NE6BbGiXzGK3uvcC2Y5cy+YaIZP+i1MQcSlRNBukVmwdLeMdKYg15XuRjNl1uPa4XrQNWEfQNNiuQF8IPeMnPQE/uFZojQXy1UE565qdneGuYaoLoQ8QWWFf1DQRMO/H9/ns75vTdveeOb0jkFzjUd4jp1x+/+Xjp3IQetfxZveGM6eJycZ/NFfud3k68RF3C+9Xb89hvS+Qu5wPojzMf6gv/2O2kWv932tfFCm4N9111vz/LEMeM1lHPoXku5RTR8gbyFGWhLD8N6I7Yq8+Bi/tR25hf3WF10LfYNE3vAE3ptzAGiovJYm8YsWNod1NAJJMwB+UmED1zue9/72lvOZkf8v1OVLs8/mHzJJZf4sqIX7emCCy5I/A2eq6++uvtg6KlPfar/P13x4RBt3/7t3+7/b1n8jZ0PfOAD6Z73vGe63/3u5x8Qsb6y3oE9uwMXHEqHDx9K/Ms68jz4yQ9Nj3n8A9NhCTPi+qHOjJt0xrZU3nT5uAd6j41P7QFREQ9yMF0zRDCpd4w05oAuRfJTBPuLVLfBfiPWrNmUrGgPaYqtvAma31TZs+YUs01RnOEZ22PONWJdzblOtWGziCdsqvasWSLwOmKJHMhbmIW29A+eqEGaR+YiLu7Rif3hvYMd+4TqqLyJUGiWDxF6bcxBT2yLVtcMEdrVcmAOyh3Zlc0fqbJLY5F7O1azCnsGFhXJs7BvYLGNzACSoAbVHtv+Ob9xZBZ8bs4Jb5jTO+jhOjCQ8yXXgPxqp+IHnUDCHCgnAhpYrhkimNQ7RhpzQJcieYUT9TrikuwvglaE/UaskVkLvUMaEfqLpuDRE/uFdaRIfzVT4QeZpVMhae9cm5yYtD9FF+1EDZbqYAao9dxTA1oHc5FuIZ+M5vNtWxXvbTU74zpQHZA3EQrN8iFCr4056IlWoAGpwcEskEdGGnMQm05hzv6ALSiSZ2HfEWtiBvQ6MilRA3kHcxREIC/ALBSWxzJ+MF6ZVBZfZ9IxlR+/9kjUz2NySNsv9gRSuLfUIM0jc0ChSH6C4G/MvP3tb0/f8i3fkr7wC78wvfCFL0yvf/3rE//eDv+Tq9xlH/7wh6dXv/rV/m/lfMZnfEbiAyD+lk2uV9qBAwfSox/96PSLv/iL/jd0nvSkJ6Wv/dqvTZ/92Z+dfviHf9j/Bs+b3vQmv65m1rjegeV34G3pxfb6fESRF6W3u+kV6T999aem+3/1z6QrvJ4+rR/qTN+j4+84VQ6VN1verIGtKdrH38lxsVM3WvuDQCoRvJWTQQ2Wbg/mAEWRfIKRT6l/gScW+EbQso+ZBbwjpmnW0u6QpugLcY7cxfxJc4r5LlPxiZi09NA1iMVZrsGiInkFvIAWRb+nzAtftNVYoxmm+gc5lvaidCJrWU9fKJ+62XLL5vXNOnsjLoRrQHUM70ihWT5E8DbmSIhAPqTVNUOE2EYNUevuaU+cV4y8cmPtvnJLOQ3PiPfgEXHRTtIs9cdhcTQ70Fg3afOca57oYv7ETCTfZSo+EZOWHifiOvJkL+REv1/slSJGcjBdvUQwyb8/yQVaB3OAoEg+AV4TLZvna7Kp34BvxFe1L0UX7UQdQTKGB35oRCDv7qXmXcyfmIkMu1hzTV6KLi474QWTU1xjsmnTgF/EVeaNj/7Kr6Yrf/RHx/zYj6UrWz5kUeQ0rY3ij/94+lCFK2xtNj/xE8l7iQu53Po7XvaydPnLXz7NK16RLs/wwVYjFnnlK9MHIzbjvaZ9wGCNuIif/Mn0gQX8nfXCTeefl26//6fV+fT7p9tncpv1zcaue1vEZo+0RA9pinGty//xp6fbChwxfSce8I/TEeO2T/xE/5aYc9L3UbXXvq+695dq42YxepK7Kg8KckWiVVfpAAAQAElEQVRyoG5hBihjVI7uMAcUiuQ7sG//gdRnf8/lBS94QXrc4x6XHvKQh6Q3vvGNiQ9evumbvik94QlPSC+z70H9LZzzzz8/8SFOsq+f/dmfTfxNnJ//+Z9PD3vYw9KLX/zidPe73z095SlPsdXNwQdEzFDxwRD/F+g/bu8jX/IlX+J/O+cLvuAL0sGDB9ONN97oHwjxt3Re8pKXJPqe85znMLay3oHpO5DtOJKu+dAV6Yoi16QjPndNuvoqS666Ol1jYc6xfqgz5y6dqT2VN1s+eQcemmLiQyBAnIAZoI3Imz4R0Drwg06Yn+BZ7a48vuqcLbJPsDT54072NdwnNdhS7ZAPEbyXuYiL9ROzUOySHw3kxIXIXzE7jveCe4sX4KXo9xQfxCEDnRmIzzd1xC2YAwpF8gmib7Z1gVduXvvMrXUa1xCdWE56nszRSgTyCXrz1ss9GGomp+rzlOpf+OFb7FrwGhp64A2u85iBgihfckBv6WbamiCNCGjd42YeXKyfmIViFz5QbJhewF8Uu7kGFBv6C9GP3FeZBy8Gp4HODMQuaohad0974ryi+jqaZ1HsYp/gDXpsii7aiRos9cdBrIAfeAtzERfrJ2Zh2NVp8qOBnLiQzqs2p++lWk9YwzPiS+zPOHr77enOm2+563DjTenOG27s+L0PX5V+/UNXpvd99FrX7rC1N1210T5w7cdco/8tV33E+z76D9e59vorP+w1s39y9dWu0Xe6ccye42P796e9JpnnJAcOJPuv+TTZN/Dada9Lr9P1N/4dMetEK1Sb7Z5X1weL+AGyor+flXwGOjMQ34+pAc8O5qATdk8uOXzvFDl0r3vvbnaGT67bv6vcgYenl/z1+9JfFXlpepjfigel73vzO9M73vis9CCvp0/7plvWjjP2DlTedHnTht5j4w940BPzBbMRulSTd+AHnbAsORGe7KDqy34jDFTAi2UikHfIpxPKCbMw7Mhp/tubYeOMOus1nGPPQ61S4wm9lprHYI1ZiPPUEDV/zJpV7DWUi5GXWvEB1TtEvKE3iidIVK4ovRDxg94ys9AT8wWzwGqMytEd/MCLZSd5Kfamd/SMHlVf/EUYys3kNH8tMZfxQM6BDwzXOg2v4eLCGi/ojQ19qaHXVC7wg14H89AT22KgMyvajjSsXWcOvFh+wnM0hR+MFuYL+EJvAk/BwjBHq4Af9FqiR29hXDALWlGuKN0jvp4sO0WvmHcuO/jiA3godt9LiHdRfvKjH038cesrDx1Kb7jhhvTeI7emt998Uzq/2ZeeYNpP/P016cajR9OPWby3fUBB3zM+fGW6xbRfvf66RA2ff/4Fd8k72L2W9Oh5bebQ+gmOo/201yvp7fKigBdUh7gH+Yasih/0FvGAntgWA51ZaFc9UIMXOjEHqte43oH1DpyYO3DwUDq04MfC+qHOiXkaTg/Xypsun7xDb6P8qQQQFckzjGatBw0s3R74AIoi+QzkpdiN4AOdMD/BK9KbxBN64nQR/ch7E/hBT6wXwx+ge+GpK+IFqkex8poZ9bYCftCWm6DHTISNOvuMH/QG8In0FqeL4X31CflRkBMXwj6hN4YXxPsZ817ztpAPEbYrluEHls49eMz4RHqz+EFPnFcUPRk/Tk+34BTBE6I2I9c+e63yIUJvsV5wT2MH/l7LhwguLjvhBb2p6DXjNdSbtQI/sHR74AkoiuQzwQ967fgAoiL5DEZemsEHVC+IeEZ6o3gC4oJ7ih8jRCDvwA86YTrRa0leit0kftAJ8xO8gAlF8uMBH8BD0T/NQLgL8wf2Ac6XXXiR34Fvu8c9Eh/yXHrgnPSz116b/qN94PMDl94nHbDn8Sb7EOfTD27+Kcyfuuzj0/n79qWrbr89vfKjf+/8r1tvdY+9PZ2ebrx+gN0pkjt2r0avq1GTd56wE9+bEC+wl1vAC6J/L1/wvqQ5/EC1x3gvyV2cf8IPehP4AKIi+cp6B9Y7MOMOvCe97jnPSs+ezevSe2a40rJ+qMNdOFupvNkesx8YObrfutl67bYMf9jRi+bYrLzxI/d1dJKZ4EUrEQ+Bp8PiHOy63mbRvazwSN3ifpZ7tPUlh3vZQBfNR3sl7rWn+9k17JKLD9+jzXaR3NjZ02Z5jI7txmOrdZ5W29Kiw/dnE0O/WNNjLYsOZnoetjdqN7Hc48LT0JPH7Z7yU5zhixdtRDwEnh00LMC9rL+Ltp+Rr61z0EOcA70dFc9JL5vVY+v8bEh7JGrdo60tOTpPu47nxMBxedpGhp7uZ/62tPjIefUe/1JH2wfzOXyf+FkPYQm+TxuIvvhRm2zpMf/bPORzwI8+Ih7CjJb9ezrhsbiXmXo0feRpmi0vOvBigOiYx8iXhgW4j/V3cQ88zc7vv+/NCo+tb/WeWm/2sFnmOh9r6vJ2zaS77MG90IPneeQ/gj/53HPTKy+7LD34/PPTD33kI+nv77hDLb14n3POSd95z3s5n3neeb21s67Qa8Ui96mDuoXXWUe8ATTH+iTlXLbE8WzBPdvH7K+fNs8+9jkXaufxynm7hfV4XHByL+t3X5snskeir6HZ+nqsd2C9A3PvwNXp7b/4uvS62bxt/Td15t7as7rP3myzj6+kt828UbfpsoAvhCl5KbJEDuST4AehkVlAUiQfwRywECM5oLfgA225W8ATBtM7+cqHCMETP5BELqRNxgnPWfMDD37Qx7nFe+oNMx0F+2+7fukVXeDF1In9QqEv59NpmiMKfGJObXQzlu90FDxPtK/8iTBr78e7V+bjhahF0NkPBGm3FO/BJL4wkOslPpHQjRcEafMf2FEgZ54ohrXp8iGCSfOPjN9weLGnDI4dS7nvd5ajJzmgT8J+ITQyC0iK5COYAxaIMMypDXzA0t0P/CE4nChP+RIj4dL1NLNPfOpD7Sqz0JZdGGiz/TqDsyt55EUXp9+78QZ/UK/86EfTU+1Dmt+4/rr01htvTA++4IL0yQfPTfzzrxfv25fe3f5tnG+9/HL/n2T50Nl+4vUC8XFSi6DzWoIgnbYp+4S4QWqI2ijncQ9EzRBhsFwu8YLYMaxtbZGn9XcHXtAJ5T+LhZY1Xe/AegeKd+Ch6bl/9Lb0h7N5XnpI0au/sP5Nnf79OLuq3N/UGbw55x4wv2XK6ZMa14PQmPNCg9BWTvEDOtrILLjEqQT9kdiHHmr8IEh7mi7+gar9ESHshn1CkBI1RK2Y4wfWoBkimHTcBz6RnQzb/SUiFEx0ncJyX8YnYqtxntyk3tFpzLFCBHK+l8iBuo3MANJi8KwMLX4dRS/2B0HTPqMvGoS2coofhA5mIUjllFlR7kr4QaVleonrTHfN68ArYlPsL2KSH9xb6S7oxLxyomoimKY5RZPmHROvI/wwUiRfBPuDiSH8YaJts4wfULWRWXCJUwn6I/RxD6RRt+AHbbk84FuY4rmGwnJdruwVT+2ZCHWzdjV4aoYIbUc9ME+HInkAHxHku1z6rfe4R7p43/70ZvsQ56svuSR92sGD6YmHLvH/eRXa4y++OH3cOeek777X4XTD0Tu978fue990kX3I8w13u7vX9L3t5pvOznvH6ycSHyV6qBvLwcJpe7C/SNyo9KiNcj1mIliD5hRN2pMDP4wUyRfB/oAhRfIBO/sPfNZyvQNn/x04mA4dPpwOz+ZQOpjmfa0f6sy7T2dm17Gj/X1X/jCqRv7wCKoXRfwhDOW80CKhfZziB6y0Mc6SsxTpNPojvaauy1WqiItzT7rGRD/+Ey3bZXkqble63/rjBywRgbxjOKta0Ro1QwST6keYLTXiEyn15fVW1XUUW3kY4nXIh+u9Wl6KtshMxCQ/RppmFL3LTrEmRxpg5byjnZ9qZm9TPb11+RIhLOa80IA2xeHfyuhq/IDmFmaAUpF8BHORUcNWwAe2yoLsRFwjepLbdthfxCT/XlVkjXx079p518mFNTMTMWn6YH6ia7Hn0I9rwFAf1PE65IPlfokfoLaRmQhLQrrX9EdctJM0S3VoTlH6rIjfrMYFTXhGwmjcIzlLRFBO7F47Xtgp+pEjGRzMAnkV5oAmRfIAPiLId8n0Cy+4IH35RRely+zDG24A/5H7T1rt4885F8l5yAUXet8h/p+aTPnSCzc1sw+1NZPOvoPXTyQ+QvRQnwmvJ+1xGHkY0sj9+5KExwjkQB4xTXOKJtUPzde7/GfQbM+cV7wOea7HNF2DaOV6rHdgvQM73IErfvpJ6f6f9m/SW3eYZWQfp5Wz9A40J/np5VN8mLid/GEnUm3HD0JTN2sauYXe0WnMAauK5BmYiWRa9kSa/QOP/UbC1dlnKD1FAy900rx+EKtmnZzYwiy0ZTkwB+WObgU/6IQlCdeAmTNcB6rt+EGmiVmIS9TgGnMRF9sTepsSNEMEtFOK9keEic2wZ6BNMQ3nVBOB5hZmgFKRfARzMFoYC/jAeGWGMvMaM5y2LXhGtiuJfUL8XqcGb2OOhAjkfI+SA3WLZojQyvUw8Kg1z/YcmnANGOqDGv/IYLlf4gdBjbPkWuLeUoNrzAGFInkGZiKZlrzEc5RfGansbySWBPYbCX3sM5SeogGFYtI8IsSaHK2FGWjLcmAOyh3dyiy/rntN7nJ3gNcRzHjgvJZgRuspb8ntEw18c3rMRNB7CDl40+akGSJs1MqZeai0aAk/UL0ocg2YGMJfTLSuy+sdWO/AVb+TfvRp35Qe//CHp0cE/rdX8k8i/056ummP/7F3Lb5PJ/m/+hfvb88G7pJG+gFChBN9E7gGTFyHP/ACbYrkWfCDsMgMICkOc2r/LYlmFX1hfMIHxit7r8y6jvZLhLCN3DwahLZUffwZz9F8z6wtmIO2rAX8oNZTXJt5jTg/eS08IQ6FXPMxKvd7SS/zQC4GdTej9Tlx4DE1svM1ZlwHb+jtgTnoiVaggaU6mAXVxcgcFBu2C/jBVlmQzbyGHGddB8+Ihi0yD5Z2BzV0AonmyYGaGNAMEcJSPsUD8qsjdZbnaMoErgGW1g78gR5F8iz4QVhkBpAUyUcwBywokmfABzJLeyotvgb7hrCLnAcahLbte/1g3nsGGrPga7UTc1Dradfwu+eTvyZd9n3PnOaZ35suW8DHW+8k3/uM9PGCfuWZ+I9ajVjlGd+T/tFMPqHtIy7me56ePiHDJ7YacTFP/zfpEwt8UkZHm+LCm25O57z3L7Kca3qV97w3nQtTfbaua1T9rK9bx/c4OWjzRd79nuRrxAHnDupz/u4D3d+Mab81NoHvI6AiAnmA7yFKIpBXwQOqTZtF/GBTLTxzDZgYwx9oUyRfWe/Aqb4Dp9/1r0mvedpT0yt/623p/R+6Il0RuOZ6dnskXW/a+3/X1ikXsH6os+BmnWmtx/TpOhEWPICd3pS5BkxcJ36aT15txw9oaiMz4BKnFmltmbrfXjIHqfzFLJQ7CiszftgNJ2ddR/slwtCkreVFhFbeBOZgU23PaGCKZohga62mzwAAEABJREFUUv1gDupd3eosz647JFxjxr3FH5hUJM+CZ8SamAFLE5HXPTHCWmKOhAjkQ1pds8Plat3OVnsGi+x1INVLrgH1rpTdP3MwfE7QIHhm58N6lzIX6RbGyWzP8ehshWvQrEheJO6b3BqZE1b6QU1CBPIO5qAT2gQNrGQmYlL9YA7qXce/yjVgwkl7p42cWAQ/oKGNzIBLnFqktWVK9EdS+YtZKHecohXtv3B57ZkIvbbSbNA1Q4TefK4Is35/cz1B27dvX2rmsH9/aoZU5pKtQdU7+ll/zp/9AT7E2Z74DeF6puED8iTOomnslraYT25G+1PM9RQ19gcZ7+jH3qHoE+Ztw5tnm58BLY1F8F96WF6Mm8ntudKLHxS9hrNyHeozaq4D1WvhjxcRLGcG4pzqxnrAwvaw57u7f6jUim3OTITlKsxBtWm7iPe2WpDNvAb+gLMi+RnGut31DpyEO/Du9M53pHToK1+a3jT4x5J/8Ts+xa7/2PQS9P/8jekyq5Yc+5Y0r71n2B3Qv6ljP4T8h8+J3v7M6/AfoxHfVmk26uTWHGfJTfKDXGwEq5gRLuZP1tn9hoU837U36ix/7VmxcGl5EaHXNpxVrWjNmiGCSfUjzNYbN6uzPDet/TPX6SvZCv+IN5Vm0SPWHGfJTeq9DqT5989glt4erJvATMSk+sEc1Lt2X5U3ESactHfayInd4/fCTvIhgkk6mAFqRfIRzEVGDVsBH9gqe5/JnwjVK8R9k1szM8JKP6hJiEDu95KEOSAX1MI0ZiIm1Y8wW288jtXzzkv7HvalGx7+ZWlfhcbWFvPlD0s+YzHtyiMenlKBY6bvxCO/PB1byFHrX8yjHpGOZriz1YhFHv3IlF0z/Q7jToM4RbIPBPx1yuuJl4oieQFep4WlujzDGwP8I2hF8IxYY5wlN2l9r7ebEO+Fldu/9eWFnbiPFnqvB2qDWbDU7yURpJE7eERczJ+Yhfzq3qqzrhP3TW5bYO5YsiQcaJREIPd7RsIckAN5xDRmIiblD+ZYIQL5DPCe0TZumXkN/CNjo1VZ78B6BzZ34N7psvvZhzr3+fh02fAfS77koLUcbP8h5fn/QHJqv9YPddobcTaGpmmfXj5phwUPslnQ27VyDeiEfIJ3xLuYAy/CCQ2iZPloPqcxB7aWFMkzRD/yTEtemvDNDc3yxzcSjHLzaBDakj9mPFL7RQ6UiuQGs2Bp/WAO6l3d6izPrjskXAOCVEu5DnhPaQ4dvKl/YjbCqmry7l4yDy7mT8yxQgTyKvhBtWm8OMubMXkTAa0CvkCLYu/x+0K7gh+gtbAClIrkI5iD0cJYwAfGK3uvcB2oOrPvSGjOzaKBtzFHQgRyMag1QwS1FSPzUGxYF/biDlz1kf0Jbr5l+6xcf/2+dP0N7c9cu8h11+3znms/ttGIzMBHrt5vHaf5wesIZmyTuwAzWsctM6+hQa4DqrMRT8gsMgssxai891439BjUmiECnlmiOPCIS7l8ti/D8iYCWgW8gRbF7vEjgnyIgNbCDFAqDnPqkaeL+RM+kF+tqIO9VTq7pVnXwTfSTaeUm0eDxBdzispztWmaIYJJ+UM+RMh3jdSq56g7CFwDgpRL8Y/kelZtvQPrHeAOPDA97S3vS2965oMoUrr5+nT9kU162VN+I/3VX780PWxTLj5v/rSxeGwdOCPuQPyEPeYnavNcAyb89Wk+beTEIvhBaGAGkBTJRzAHLCiSZ8AHMkunRtJ+iRB2kdsnGoS2/m/chj+UM56j+Z5ZWzAHbTkVZnnmTBZcQ+OT18ITNDCIw3lq8DbNEcHF/KmbyS/vicofnhYbsW+YGGT/0GtjDnqiFWhgqQ5mQXUxMgfFhu0CfrBVFmTD1/7E6KzrsO9I8MzNo0Fo639/9ha2hWaIsF0pZNpTYXmVj/8OPOoJh9Mt9mHOfS69M33Ogy91wzuPpvTgL7p3evyT7uX1+//mQPrO775boud7vu+S9Lu/d1769u+8ezpw4Jhrl977Tu/LnU4bbcFridcm7LR3rrPge5TrQPVaeEKhiXneQ4m0EIG8g3noBEsGdZyJuXXmDx7nwCPfeJwq14AJG/YMvbbSHDqEZmYhSPmUOciv9lT8oCeeykL7JkLYS26faBDa+u/1hdeAZojQm88V7AVyawMtvtYHS9Ml14CJTvYMtCmSr6x3YL0DuTtwJL3/tU9Nj/jMT033/5zPSw+2+FmP+qb0o2/1f1QnNzBLWz/UmXWbztAmfnho6zGXVoj8ACgs1WWuAfUu/+2GrqFYHMEPaGgjM+ASpxL0R0p9puMHli4/uMbMqdnXkCcRgj8egBSjcnSHOeFCewqaZojQdpRDmC03pe45nuWZMl9cB1mRPAP+wJIieRa8ItbEDFjqeyYCmqBOzJEQgVyobmNvTj2nQ2R/EPbCXkPpKRp4oRNzoFoRDVRbZBYsrR/MRSrd+EGlpb7EdeodSf6K1Xb8ItbMXA5bcm/WyDs0j1DImYnQGhin0We82lPk2xPXonoH3vf+A+mxj741fdIn3uF9f/3uqzxec/X+9CVfdCRddOHRdN31+9K+fcfShz+8P73tj89NP/Tc69OjH3mr/y8x3vFn57rG3+LxwdP5FF9L5IW96nVELLTUZXkrFrrxjxTaNjJeEVM1a6l/PypKJ6J1aF5CrMlNZwYs7TzJq7Sz1Z52Ud5tOT9wDZiYwB96baU5dAjNzEKQ8ilzkXyXq/iBF0tPXGPmzOxryJMI5s9sxKTu+ZeO1sGcQCRXbHPNKbJchTmoNqXevtIuX1wDJmbjvskn2tfl9Q7cpe/ANb/4lPT45/5OuiIdSpfdffM/uTp4/TvTK5/y2PTst7Z/bSct/1o/1Fl+z86cCf2bOtrxjDdmWo9x2gU+zYeJWfwj1Xb8gKY2xllylrLQH8k2bUR8Iht15plrzLi3i37Q4RkJW9E+8SNniQjkHcx3hSXUESSDg1kgnwSPiSa8xERrfplriHyHq7oG0YXaSX6K1stcxKTukO6CZhRdbE9opG3UnCJLs5jxGprlM2zyfZlIBEt1sEflimhArUjeQz5ECIvMAJIi+QjmIqOGrYAPbJUFma4xMYI/31MTbZtleSqaynzEpO6Q7gIzJETQ804esR7NKZq0Z8eunrPv0Z7t9PQxuuHGJh26+KhviL9585AvvXf6X+8+Jz3r+w+lL/6i29IjH3Ek/eCLDtmHPnemN7/hGv+fY33Lt989/fpvnp94mh/8+belh37hbemSSzYebnS6nvRaZH/kxAx6HREzy9MS3qLSjT9UWrZL8lO0FWYjJnWHdBc0o4jIkxdrctM1p2jSvAO/GZ34zmjbtrT78k8QlW9XRxn+wIIieQ/5ECEsMgNIiuQjmIuMGrYCPrBVFmRcY0b7ovcwPCPmz/4i+FHbUiICuT8PJMwTBXXEdGYiJk0feEx0LfYc+nENGOqD+rivM/Bby/UOnL134Ir0m695W0qf8I3pVX/0zvSmFz/WHupj00v+5G3pZV95JL3uJ1+XrjFll2P9UGeXu3amzDSZp3fiDxONPTawsPzAG8JkzgstEtrHKX4QVuIseVjqp8wBqqLyWJuGT8Sk+Ye8FDOTeGfksoRXJHTiBUgxKkd3mPekPVEDpSK5wSxYmtLUaTBbascPSutVnWtAtWmzyDVgU1XO+EGmhXmIS9TgGnM1vGlz0gwRNurMM9eotOIHlZbxkjyJEDrwEpJjTS69F+VDhLDIDCApko9gDkYLJgx0fMBWlh94AZOK5AMW+eMTCV74gCRy4RpzJEQgB3Igb2GOlAjksxj45Gbwg9xaVZvhXZ0/gxcf9Dm3p5979QWJv2nzU6/8WHrgA2/3/277o7cfTN/2LTel/+v/vDG9+S3nptf/9nnpOc+9JD32Ubemp333jemv3nfgzHvUPM8wY+e8jmBG67iFa8B4ZaTMvgZ+MHJICQ9I4YsaXGJuCAvSyFs0Q4RWnhfwK3TiJQoteVmeRAhdOb+okYf2bSofImxXeveyOE8/c0AeQYOg4QNBmp/iBZWJxd74RYI3XoAUo/LEnC92ClVyXWtp86UOImzUifPAo9SNH5TWqzrXgGpTSviLtH6td2C9A5U78L707vem9MBveEp6yKHYdig95okPT+kd70zvifKCPPNf/Qum19bT+w6UPl2feIPmE/e5D6zXx/UgiPLizV6yNNXViB+EJuYBSZE8i2YVeezkEAbwgSAtTweeMoiPXdpklBcRwgD7BEnyj5rWinHCszinBe4jqM5E9gOZpWlpsL/SgB57ab2n4wk9cVtU96o5RY1Rg2qLVR9bnzwm7uvkfKmBfUJYZ6+ApHtJDWiT4AehkVkI0vxUj30vPePVB74s8biBfDb4RMIgjx2C5GlO8wWd8FPeRs0QoZXnBd3LSvdiz4rXXWXpj95yTXrpj1+Unm0f2nzd19yS7nXPo+n5P7D538FfdOGx9L1PvyF9hn3Y87mfe5v3/OVfH0jPeNoN6SufcGs6/7wz8I7PfB3t/Mgyr/vha4nvTxjqxRpPKDTstFf8IHhGn5iHlnpauLfyUqybZFbZJ4QlvCDeR2oIbeUUPwgdzEKQyulgNvHY0SBM4QdB2rM0PvbZptofEcIg+wRJ8o+a1npx4MOaZoiANgvuI0w0L/KMXuwVorbm6x1Y78Bx3YHz9qf0Kfe7bORxzVWXp3ToUOp91jPqKgsn80Od8i7WlRNzBypv9E3T2M/UMSamht3YOqGE9wwWm6ZJTZOH1qaxNUsaY87hfcwUwMN7SErYrG0qCfqbprEyjy2k3pf19upM0ZjmWG/TNGbRxwTrmH801to0TWoUyTPYcu+gvydkCnqapklNkyczUpcKPk2z9beL1T0yq01j86Y3jcUStr7oKPmYjk/TNIQ8WlNUl9VN09hDHGPipsvWN8n0uWlbmqax8TEmth3zQ2OtTsGzaVi1JjvIhJXVw/tstmka29aY6nBctHkzSNCkZKEpYgtp6VdjA45dp2kas+hjgnUsO5qm79E043ro2AyFYY2HaU3T2Jby2PKyo+bFGm4WCSvz7wAf4rzw+delxz3m1vRxH3dn+udfe3M3/L89+Zb0Cf/ozvTkf3ZLoudff9eNvvYvvvmmdKF96OPFmXbiNWI0Tf512TQb3V64ix9Z09isTTWNxQK2vOwo+DRN4z5Ns4lezD3ZTNM09hDHmJgafGydMAfvt8amaVLTjDExNbY+dcQecifj1zRNaprG7ThHXKycvNdmm6Zxj6bpx8rodslmbDiJJiVLmyK2kHpfzPeEcdGY5Fhv0zRm0ccE61h2NI152EjTWCxgy72j6VWZAh+Tm6axLeWx5WVHzYs13CwSltA0+f01jelm1DSbaOl6rHegdAdWvXcHPiN97hek9K7/Gf8+zjvTzzz1sekRz31XOvxPvyo9qNc/v1g/1Jl/r868zsqn63xqDzwoxUQ/uNipVCNyq2jQa8YPEOMPTJUAABAASURBVBXJZyAvxW4EH+iE+QleEZ+UFxFcbE/DupVjiH7kvsZcxMXlJ/zAJ6MfuYvLTnhFRtP2A3qkTQjyo42c2L2W2Ce4OP+ET8Qn8Ym4OP/U5Frlxxo5cSHaZ28ML1h4P/HChwjkfi9J8APymfCY8Yn0RvGDnjivKHoyvgee+GPljx8/4eL8Ez4Rn5SXoovzTtxTdcrXa3kpurjsJD9Fn8bPEzstfD3ZRO/feMAXrbunFNGfeg78e20rKZ3oe3D0aEqngsJrgNdPxNt4/URcnH+KfuQ+Gf3IXZx34vsT1D3yZGGhJyOAF5B3yGvh96Z8iOB+8iKCi/VTN2tt5BGTtgd+sFVmZyfaE3/fjPZHBBfb07Bu5RjwifgacxEX5530OtpLT105epJL7+LC1xNz+IByYtJjpyAnLgA/6I3gA4iK5HvCarLegbP9DhxOj33qs9JD77g8XdE91CvS299wRTr8mBelV/3bXT/SSWn9UKe7oWdhUvmh0NjDBQtJMdEPiBMwE6FdNXkHftAJy5IT4ckOer7aHzEHAxXwYpkI5N29lJ+L9ROzELuowbXoRe7ispO8iJCdXuiND+Cl2D1+xCEDf2YgtlFHfI05oFAknwFe2TZ8ILs4T8Qbet14gkRyIa0S8QNvYY6ECOQTMAu0xagc3cEPvFh2kpdib3pHT3ngCV7jBRQxkgN6SzfT1gRpREDrXp/Mg4v1E7MQu6jBNXzAi91OeEXcZehJDb44fZIfneTE7vF7MTgNvJkRdB675ZZ07L//YZm3/kE6tgPJZoq85fdT2pHG5mbz5v+evJdYYZ+tFXnTW9O+Cfbb+jzekva/+a1p/5ssLuRA208s8ntvTgcypDvv5KkeodeBojfwegEvwgkNohRypfJSdJ05oFAknwCPYUun4QPDhgU1XtAbGXpSi15jvsAPfJU5EiKQT8BshHbV5B34QSfMT+RH7E3hBz1xWYEn+JS8iDm8KZwGqXyI4MtDHxfrJ2ZBXeTCNXl6sdtJfopZF66TXciL0Yvcu/AALwangc4MxC5qiFr150evcS3WO7DegdwdOPSQb0svfOZjk/8PsL74eekP/+ht6R3/693pTS//2vQp+3MT87T1Q5159+nM7Kp8gs4n79B7YPRDT8wXzIJWedOnBmke8QMvlp3wrE4MfiBVeweL7BN68nCf1NBrGhfyIUKvg3noifmCWcivDtSZnoMp/639UMvWC+4te4aeT21/gzVmIT7f1DDy1KxiryFfRN9sxwKv3Dz7hNxap+kait1CPsEPeqvMQk/MF8yCVrkH1CDNI37gxbITXvgWpxa8hnIe+I909ipfcghNuZmc5r+9ZI55ID9e9sCHvcLxbiXO4wdR88df2u9AZxaY1/NNDWgdzEEnzEvwhHndy7vYJ/Qmh/ukBpoUyQvgB71l5qAn5gtmYbia0/y5GjbOqLNewzl9Lw31Qo0nsKyY3R++3AuguaWbaWsCGpB3MAcIiuQVpl5Dvs+ZXqXLsE8orbuuayi6WD7hB70OZqEn5gtmQavcB2qQ5hE/8GKPTzzfx2GZ3Wv0Y98QtUw+8qFHc0RAO172wIe9wuRWFtxb/KDnyV6hJ7bFQGcWeA21Hf5nRjTVHpkDL9bTegfWO3Bcd+DgoXT48OF06OBxufjw+qGO34az9FT5YcCbNvQeOf2AqKi8rTVDBJYFNaj2yBxQKJJPMPIp9S/wxALfCFrH0Is6Yo2atbQ7pCl2CySaJy+gOcVC21ae4blt7mezr8EY1yFOkPXULBHwIArqljhPjkwE8g7NKnYL5WTkkWvFD12RfAFcA6oj8iZCoVk+ROi1MQc9sS1aXTNEaFc9UIMXOjEHqhfEkVdudqE3noCVIrmDF3hhJ3Kw1H9zaJEZYaUfw3ojolrGPFhaOuiE0nqny4cI3cL8hOvArAmuARPN+EGvjTlAjJEcTNcMEUzyg1y4oBNzQK1Ivhfs4Kc9Kva2MfSj3uKtzHkSTtKIEJaSvwbxSOUvZiLDTtZ6Gn7QE+cVeMFk9wJ//ABPRX/cLpiCF8SavMU6kmilUe06HhEXyyc8y6vtivwoyYkL4TpQHZM3EQrN8iFCr4056IlWoAGpwcEskAtqUO2ROfBi/mnkUxpd6I0vYKdI7gy9qCPWxAxY2h3U0AkkzCkqp87ALGSW+pJ8iNBfnVVxHZjXPK+TLuh5sj9AjJEc0FuYBcoYlaM7zAGFIvnKegfWOzDjDrwlPf3TPjXdv8i/SW+d4ZJrWT/Uyd2Vs0WrfJLOJ+/AQ1Xs/SZLs7xhk4M1q5cIJvkn+USQRu4wBxSK5KcI9hfxbZT2hR6xZs1a2h3SFH0hzpG7mD9pTjHfZSo+EZOWHlxjcoZr0KRIXgFPoEWxey3hAbyOvME6qMlbTOleQ+T8AYIY8VbmIi7u0Yn94b2DnfZZHcU7UmjGiyUikPu9JNE8+RDWTNMMEUyqH8xBvWu0ynM0EksC97a0NtDZc8SX2R94EU5ogNTG0aytRY3cpOT3lBnhYv7ETKTfNajkRxwszSl1nWov3pFqsz1UW8fXQvd91j1+F7VqhXxJDQ5WQTkRpJE7Ydb9XayfTtTriKuyvwhacV/au6I1M2uhd0gjgi9qRtHF/ImZSL7LVHkpmnQ6HHHv5L4n7ZHoQnuihrYkMAPkgjriOnMRF8sn5surmRW8M/KUxHWg2od3pNAsHyJ4G3MkRCCPoIFpmiGCSb1jpDEHva5TV7C/iO+ktD/0iDVr1tLukKboC3GO3MX8SXOK+a5WxUu00pLANSb75U+cbN79vV7W7Amoibw/EwGtg/0AgiL5ynoH1jsw4w4cTIfvd1m6rMfhdMj/Z1cH06H7HU67/qWd9UOddBZ/Vf5jijdr4NErJvoBMYIGQWMGkBSHOXXR0xfzp+iX7xiog70NVrMl1wBfLM2jgzf1T92sycqJYFLqHjfzkMpfmiFCsRMfoEGRfAFVf/nImwjSCxFPYFmxe/wudmrq6WnzxSpQxUguWOvNTuyrN+fDJ+4061rsNzKxnZ4nc/QTgXyC3nytFz+o9ezF2sJr9PbPLAz3gQZB15wiS+SKyrvXEvNAQwHNEKHQtpEnvDZN5TP+UO6wFa4RMal24Af0KHaPHxHwU1RObTADlibFYU6dmAMvpk/Ra7p79w6uA+5Q2h860KRIXgA/8GX6Iy7mT5ohQr7LVPlZ6veVuICqd84nXi+33mr4RlwuzWZ0zTKnfBhZ88fMPIUieQbNZ5by0oRffmijzroW/pHNaPHc82SOTiKQi2Hd6r35ViOgEzuYh06YTkYeUyML/bHjGkDuz7sngxO+EGRmhGRqciKQuyezwsX8STNEyHe1Kn5tukuY9MeUa0TQKuAJtCh2j99FU/Eb5tSGrSawtBeloTt4gBfrab0D6x1Ydgcemr7vLW9Jb+rxtvSOd78z/eJ3PDAdeszj0kOWGXbd64c63a04+5LRG3F4iHzyDkGyj/lNiZ+6600bDUKzdW5/6xv0UcocjBZOrTBr/+wbMltlXrJyIkj3yDx4kT9phgh0TTLhOTk/p4FrwEQve4ZeW2kOHUIzsxAkT0cac8CqInkGZiGzVJb0ei93ZFe4DmQXJWq/RJBeiPhBb5k5iGJhz8xCbM3m+EF2MS/W3lfyE6YuvIZNTL+/4Ak0t/CYgXIY0To0R4RuYZzIZ7xSUArPSaF7d5l9w4QD+4deG3OAGPeLBugtzEJblgNzUO7orczy7E1YEfdq5ZyD60C1l30DTYrkBfCD3jJz0BP7hWaI0F8tVBOehallMteAiSn2DLQpdn/7afjc4Ac0tzADbemBGrzQiTmgViTPwCxklvZcmnUd7ZcIE7vAE3ptzEFPzBfMQn41qPhBkE6XdHL/7BvChpmBIOV/ZmiOCHFgkA/9BsunrmTfMLED9g+9NuagJ1qBBpbqYBZUK4405kANa1zvwHoHjv8O7D+UHvSvn5Ie9KpfSuv//Or4b+eZ6lDZ9+ituOvlP8ygE0j4Qxko15s2GpiuGSKYVD+YA7oUyU8R7DlS3Qb7jVhzbjZq5Na2PTS/VbYZa1YxEzGpfjAH9a7jX+UaMOGkvffaNKeoRWpQbTE73+oWtgdzke3KKCt5jhr3QJh1LfbNtYhAngEvZCKQdzAHndAmaGClZohgUv1gDupdx7868xrsGbigInkWPIHFNjIDLnEyqMHS7dH2JyJsV0YZszBaqAkTnrXR2WtcAyYG2Dv02piDnmgFGpAaHMwCeRXmgCZF8gKzPAuzc2T8I9UZ9hux5twsmi0lIpB3aL4TQsKalcxETKofzEG96/hXuQZMOGnvtJETU2kOHbxpc2IGNtXmTA2bqj0zF2nlXGAWcmtFDe/iYnlh1nXkTYSCnbyI0GtjDnqiFWhAanAwC+RVmINq08lbZM/AFRXJs7DviDUxA5Z2BzV0AglzisqpMzALmaW8hB/kV/dO5Row4cjeodfGHPREK9DAUh3MgmrFkcYc0KBIHinpsWfN1zuw3oH+Hdj/8ekhT/68dLivlqqRvv5NndEtOXuEY6kpPphjtgIWtr/d4EMccFGrVqABqcHBKignZmEOWFQkP0Ww54hvo7Qv9Ig1j2YHGusmbf/Wk+ZdHJxYM4mZiEnlgxlR7iqucJ3iohbwJycCeQU8gRZF/+0ts4JFGNamMQOWdq9F6ghrRU9f7J8021cnKvY20ZJbnnUtvCM5I9PwsuD3Qbk/bhdNwYNcUAvTrMPO9vKzs3JLy0eYLTf1V2b59kdsQ/Om6Iq4TWmPUSe35jhLblJ3L6kBze8pM8LF/ImZSL4rqDM8Q3cv5To9IVfIXzHXEzQ8AUmxe/wumorXIDcVpbt/FNKGOfXI08XyKXqVuwYr2udAzpX4R7ynNI8esebRbKtZ6N2T7nFrnoYhrJkWPclNyh/0R/JdRbXqnZvStXJrQcM34kuaJbrQnqihLQmajbk0RdZm3VNvtLcWi8xamHewJ5jX3eviOtAThwXekeF6W8uHCC4zR0IEckEtTNMMEUyqH2G23nhyVtlzxK/KHj0ZnNAjtjyaHWism2QvEMsGs65nTtbZfW+TZ1q20kzP7UA/m/SnPV6DHK0CnkCLYve95KKp8iECeout+uOnJFdUTu0wBxSK5JGSHnvW/CTegfVSp9MduOK3XpSe/ZyXpjdc1e7qY+9Jb/jpn0mvecfh9LU/9LXpga28NKwf6iy9Y2dSf+VNlY97gIejmPhkHRAFHmggzSIzYGlSJB/BHIwWysLoB0i5dbPCHjfZ7DN7Bh8o7Q8dvKl8kg8RvJO5iIv5k2aIkO9qVTxJFckXMOmPl7wV0SrgCbQoJmYBMYIGQWMGkIg8/8QIaz3PgYevD07MD6RyucNrSGZcB1RnI/uNZJu2In7gCnMkRCCfgFmYaEu9e5rmf/Ecze9e3snewSd5zDB8jtDAmzYnZsRGSYk62RcRLE2JuUgqf2mGCOXO41+Z5R/3TT6RExvWAAAQAElEQVRxWTyBNsXu8SNG8IOgMQNIisOcuujpi3twGj7/My3ZM3j74LG5xgkdlBMr4AfewlzExfxJM0TId5kqP0v9vhJPJFxvhj97jvgIs0ARnyM0QG/RLCW5IrlA88esWUVfyJ+Yza/srcp1oOrKfiPV5pTwg8QXc4rKqSswC5WWzRJ+sKlmnRe/z8fnf9YVUv7xp8EX+4Yg85ghSO5FjQ7kibmIi/mTZoiQ72pVPNt0lzDpjynXENQT4Am0KXaPHxHwU1RObTADqc15/qnBpO3BHGyVNVvvwHoHZt+B96fffOXPpN/Z/9D0mPvY0M1vSc/+iiel7/qRF6Xn/+8PTd/1W9ebuNuxfqiz2307M6Yqb7q8WUPvgfADGXqiFWhgqQ5mQTWRGsg7mINOmJeMfEpjO3hjhT+Qdwy9qKFryCfyIUKvi3noif1CM0TorxaqCc/ClP8WZq+vgR/0rjncn2oihGZmASlG5egOc0ChSF5gNF/oO16Z60DVR/slQrXZfrlo6yNP5sDWpg5mYdg30vCDYeOMeuRVmtlL/+hFDuG67ElIplbeRc0RoVsYJ9n5cZs9abM7c9Ou4QBeTJ3YN0z04Qe9NuYgitQi6MyCJHIhzWNm1vXKCZ/K8nYJ7221KOMaUB3CH2hSJC+AH/SWmYOe2C80Q4T+aqGa8CxM+Xt9aW2kz7wGewbmFf1vAiAMwROCzgwgxagc3WEOKBTJC4zmC33FvZb6BzrXgYHcL7VfIvRXRxV+0FtgDnpivmAW4io1RM0f+0zPODfyiYsppa7cwVuzo2sMvahBAxaZAUu7Y1j7guaI4GL+lJ3PtU745EaGGteCoZ6tZ14PP+h5MAsSlRNBukVmwdLuoIZOIGEOyFfWO7DegYV34PL0vr9K6WFf/FCfu+bXXp5ed83h9Jhnvjx95xen9Ib/+Lp0ha8sP60f6iy/Z2fOROVNl0/eofdg+BAIEBXJA5ohgpZ406cGaR7xAQpF8r2g8vhK9uwv0usb7o860mveFtGPfLtimeYtrR3MiVqfr8309N7BafY1FtzbrCd75NpEIMeTHKhbcvM5rfuNE/PQztcCr8vaem9tpmdvxorsXk3vHfImQm9xW+BFRQTyDuagE8aJZogw7Bhp+MGwcUY98srN8Jzn9IKGJ7CsSO6wT5AnObDYxtGMraGBpduj7e9eU9uV3bM98GSfsPsmxpP4QW+FvQKiIjm0tWaIwJK+n6gBrYM5QFAkn0CeE22Ll9lfpGrAfiOFZvxYIgJ5h+Y7YZwwExl3DJQZnoOJruQ6XVFL9P1U62nX8ARKRf8ecsEU9is/cmBtQ7IOJz7n0tqWTWAuslGP/4wnLorkC8judTgvb8XhelvjRUoE8g5moRPGiWaIEDuoIWoJP+iJe1ToOV9gx/6AEUVyZ7hP6og3jU/4QG+FOQQikFcYzed65UOEXM+ExnVgom3RLwvwg54n+wNERZ4vckBvYRYo9T1KDWgdzAGCIvnKegfWOzDrDpy3P6Ujtx2x3vekV/+nd6X04Kem5z7lselpX/+klN777vR+W9nlWD/U2eWunSkzlTdb3rCBh6LY+00Ob/osDlAvEViOUTm6gw9QKJLPAC/Iti70kgd+EdflRRQsKFdEyxD9yL1FM4oulk/MidjV0+SlGBtn5vJTzI7hn13Ii9GL3LvwiLhoJ2mW6mBG5DTWXNesoovTp24+1xq9yHM9Exr+0GvDCySSR6QPonyI4MvMkRCBvIBmiEAbMYLWgR90wvyk6CmLHXyjJ7lb4RNBzNWmdzOW60CLuB7nyV2sn+Qx7EJ3DZ+Ii8tOeEWy07pGdnEsyo8VcmL1vR5/a1IvUZjsx7DeiKa2s+7v4ryTTQ4a2xI/aMslAc+Iz8qLCC7aiTxiUu7AD50I5P5YZ8zSy0wEDUZa9COnaSHRk3w0ji+MFsoCPhHvxCOCOKzRDM1a2h3SFH0hzpO7WD/15nOt+ABriuQLyF5j6EUtKt54sUwEcn8tkew4j08Eq44Znl3vIJHnQN6U+G6yRWd5KvqwvIiCBeWKaBnkpegtmlF0sXzSLDF2UYNr8lJ0cdkJr0h2Gv/sQl6UH6vkRH9NyUeRBXIgb2FGtJL/jT801R6ZAwpF8pX1Dqx3YMYdeGh6yCNTesMPf2N6+lOell75gZQe881f6/848jV/f3lK+w/O8Mi3rB/q5O/L2aFW3mwbe4RgISkmPgQCxAk0E9/s0aA3ih/0xD0ojtOTfYLvRF5EQNS9U41WQD5E8DbmIi4uO3Fv8QOflB8FOXEh8iJCHD923fXJuf6GdKyEekJMlgOzisX5km+n2x6uH3PUtKM33JAc6+0iucH1jraRfAhrWW640TwNm82uz9B1rd780Fe1R3scE749T2boJwL5BHFe+bGbb0nD5zzxOoL4QpiZy0tx5tisNjzBm9kfUCiSAzWxgnyI4K3MRVycd+L7MnaOPOPiwhyvyGhc70ujhbIgPzrIiUue927GBzcnNNhU7Vn3sy2XhuF99fnj9MSDfQK5P24S+XI/QTVrM8APvFWzii5OnzSvx00NPhm9yF1cdpIXEZZN57vxiXgX+wMvlp+iH7k74AcUiuQz0P0cteIDo4X5AvuD3sReesqLCL0L5QvtJz5uNOhN4Ac9cV4x8opjO3rKAm/wWl5EQOT7k6iavIB8iOBtzEVcXH7CD3xSfl7sdsIrMnLR4x4tlAX50UFO9Pc89uvF8hM+0JvED3riWqx3YL0D8+7AwfTEpz8rPfDad6XffOv7U/qsZ6WnPcY+yDnyrvTqX70mXfZPH54eMs9o1LV+qDO6JWeRUHnT5Q8Ax+yHhug+zTdtzh1gftiH5pjHyLdtZr1NZwdm3M8miN1erd716DzbvXaeVvc8h3VvcVPgRUZ0bIZ9QudLw0zco+1VjpfwJbuGx4Un/Bgh4sf+FG95/vPTJC94QbplwM1W7x0/mG5+wQQ/2K4TW24KkbxEUf+hH0o37ciNNreMF6YbX1jnBlsv8sM/nG6Y4HpbH3LH+9+3+a2bvXZ4zoHn3+FFsZBjbT8RL+F+do12eX4IM1lPnEIPpV/Lk/IJL1aJDh5Gb780LMB9rL+L5ud7IZq+69H5mQH76zzxBdOXHvg4NkjseZo2dbCnYQ+aY3vCEzpfa/Y1i0sPn8PTBoeeJu10dJ74Gt0+yeVIDqonontaD3uErKet1w55qEc1fsLXFuzL+9sTfqRE/NijIjlri7B9uJcNebTafRRN3+VwLxvsYuvHXl2jtvUlh8/ZQBfxEKbverif+Sj2Hr/pXi80l5c/XnkozvBiftiG5pjPyLdtZr1NJ4N6ifIj+uO1a0waVBqKnkPfYZ3xxAuZ6NgM+4Rd9uoeZtiL5rmLl9n0jqKn/HvdMwqb43F2vlZ3+ySfYZFriX6e4yVsAM3Ceqx3YL0DS+7AJ39b+rV3vjP94R+9M/3PX/m29Cn7bfjgg9LTXveW9KYXPzbZRzwmLD/WD3WW37MzZ4I33txu0SGs8cYcCUvzUzwhTERPcpaIQD4JfkBjG5mNsJSF/hphKPqRp5TC6kTKNWghAnkLXqKV5gV8ImEq55fTwsgmjX7kpjJnwf9jn3hX5lUf++b0vI88L738o0/tbsN/u+Hxrr3o6me5xrp44dXPSe+65UHpT27+J752up/8t23t86698vyXUE82yocIoUl+SOTEIswKmpQTqVvwgbZcFvCK2HT0irktzTuiH7lN4RMxqTuku9D2+x+4XWhP6BGTNado0rIDP020ubwUtbwo4gVhSH5EyeSguhrxA5rayGyEpSz0D6FRGnlL9CNv5XkBPzqJQG7gA5Yufy/FJ4JJC57Qlu5NDWiK5D2iH7ktqpcIJs07mAe6icJqfCImLT/kp2gOeFrojmHdLZQSeSlaHx4Rk3oHay5ohuhCe6IGyjYyE2FpEfhAGIp+5GFpOpUXEcIEXhGWVJMXkQ8RQmOcJw9L45TZEqEbHwjS/HToHybxhCDNSzOe+ESikXTXmPVkcEKP2LLmFE2af+ClbnKwWl6KJi0/8AIm2yg/ost2Um7peqx3YL0Dc+7ABYfS4cOHdv4AJ3eJ9UOd3F1ZrJ2mA7m/qdO+KZd2zH/4QWm9qnM9CE05LzQIbeUUPwgdzEbCUj9lDlAVyWFQRz9yWmYz8Jo9V2vEMxJ62R9I4ocpNUjLRvmxSE5smZxt+87W8MKrn50++dy/Sc+79HnpH53zwfRL//B16dev/6r0t0c+KT330uenzz//z9JLrvkeX/+aQ7+cHnDwvenZ9/6h9Le3fXJ6322fekbcFl4n/lexw2553iFIiRqiNsr1+iFCaGAWkBTJswxmu56Bjg9060sSvKAyw72BSkt/Cb9IWGWfIAlfanCNORJFcqAG8hbNEKGVpwPv81DpxA8qLeUl9gmhI+eFBqGtnOIHoYPZSFjqp8wBqiKPnxzQW6IfeSvPCwOv4ZCe66FerfGMhGb2B0h4E6lBOXGE/FggJ7YwC225JwE/2MmM/cHEsB7/RNtmGT/YVL0z+4SeaEWnMSdM746MphkidL1zEl6flT78oNIyXmKPqEQgb8l5oUHbkg/yIULoYhaQFMmzDGa7noGOD3TrSxK8oDKz6HWED34RtBb2CW3pH7pSg2vMeTI4oUOQNUOEsFRPJ15HDOMH5IthnzAxuLP/hO+6vN6B0/sOnF67Wz/UOb2ej73dzfDNflhnrsYPPMgsTUv4Q+jMeaEBbYrkWfCDsMgMICmSj2AOWFAkh0GND7C0EwO/nMcif/kRIRjiA0gxKkd3mAMvBqeBPpodtJ/N5e3Hzkn/85bPTl9y4R/4w3ziod9MX3e3X0q/ct3XpH92ya/ahxzH0mMufkN6+uH/29fP6FPmeR8+99Qw63HiB6GZWQhSPmUOcqsDHT/Ite6lNvsa7C8SNoEHIMWoHN0ZzlP7wvakGSJsVypZxqfUPdtzaMA1IOg5LzSgTZE8C34QFpkBJEXyEcwBC4rKY20aPmDpbsfAb2iysze+EAzxEpKHteuDOdd0Gqxl59UbI3MQtUI+2zM3P/MajHId4iR4QqEx+pCLXjvzgoWYUxvMWfAj5i7UTnjV1tu1RZ7tjAf8wYvNKeeFBpuOiTN+ENqYhSDlU+YgtzrQ8YNc6yxt4JebWeQvPyIEQ3wAKUbl6A5z4IWdYm4lh2aIgDZJxqc0M9tzaMA1YKgPavxhIK9lvANrvt6BE3wH1g91TvANPqX2Mz5dz+1v50/cuR7kTIOGPyApkmfBD1hsIzPgEqcS9EdKfabjB5ae0GP2Dz32zU6IQN7CPgEvIjIRyDuYg+EPZDSwRs0omnSXOw40d6Q7035/3Ffeft/0+zd9WfpXV/54OtgcSbenc1w/a07t8157PLwWoNbTreEHnZDsQ7ANaeqLuUiln/1ApaW+NPweyHQv8o/7Jjc/5iOzvz9t1v+nWK1PIoLp0Y/cpOmjnZ1qjPub6h2tWqqX4QAAEABJREFUcw0YLfQF9gyoiuRZ8AMW28gMuMSpBP2RUp/p+IGly48ZryNMubfERWj/YSjuUzkRQlvy10zKfAVPzRAh092XwmzR3ybwElYuP7jOjKlF18AzYv5xntwkP8iFCzppnprnPdbkpsc5cpP27OA1tLMn+4OJ3eAPE22bZfxgU/mZWfCidmIuUunFDyote7LE/Z1lxL5pJILl7C+CF7UtJSKQdzAHvI4QyRXbnJkIy5O0s5N91oC3heUH14CJSfxhom1dXu/AegdO4B1YP9Q5gTf3lFsfO7rdgn6YbJVixg+o4mJtgWtArcfW8I+YlPw/ajwZnPAD5DbGWXKWBDV4TX/ExfyJmUi+q6ByjcLSzjKekWCkfSKRKyqndjTvhZ1UKyIZHKNZxLsITTqWvv5ur00/cs33pfuec2X6s5s/35QmPffS56XvuPw/pKNpX3rqh16RXvOxbziz70h43msP5JgtggW7D5yN4Sy1yf59q5zaYBYs3c5TDGEuMlwPNX4QpPkp15jRLX/F6gieEWtmLmJS9/ilo/k9I9E8OahWNE1ziibVjzBbb9ys4rvJFp5nXgf/SPUq0ZPcmuMsuUl+kIuNYBUzwsX8yTr9eVHMd2VUvDNyScK/tNbT8Y2ExeihnAi0KfprSh6+YCuqiaaZYmf7UWtn5ZaWD+aADkXyAXiJwdK8Em+Y6NY1FKvt+EWsWXOKJvVeB+hovXuJh4t2IgdLvcciMxGTpg95THf6/ma0bVvkTYTtSjbT3lkkJ+qxec5JPkRAa2EGKBXJRzAXGTVsBXxgqyzIuMaC9lmteEZsiP1FTOqeK+lo3b3UPKLyGE3XnKJJ9UPz9S5fne3p3YPTzOvoGooDl7Vc78B6B07CHVg/1DkJN/lUXeJYE57eGZ+0x33yxhzrWTnXgIlmPs2PeHtpDh28aXOKs+QbdXOmBq+YAwpF8gzMRDIteYkfePmV41PZb2TCTXvvtWkekX3Gmhy9hfk2vUuGf3bJr6R/ec+fSDccvTg95Z4/lX7ivt+d7nfOh9Ivf+JXp5uOXphe/HHPTN9w99f4vXngee9JX239FE889BvpyZf8V9LTH55zmNgprwWgTTExB7yOfKFdQQO0FlaAUpF8BHMwWhgL+MB4Ze+VWddh35Gwjdw8GngbcyREIBeDWjNEUFsxMg/Fhj1a4BowYceeI9V2/CA0xVnysJSowTXmgEKRPAMzkUzLyZXYb2Ti6to7beTEpHkv7BRrcpM2R0rMQJr6Yg6m+mwdP7B0+THzGjLmOqA6G/GEzCKzcMzWiBb694S5CA0FsvOFXpd5/8Tbi3kn9jmv07rkTQSTagf7B3oU03BONRFobmEGKBXJRzAHo4WxgA+MVyYU7u1Ey07L7DsyYcLewduYIyECOZADeYtmiNDK5cA8lDt6K7M8exNtwTWgLUsB/0ipb9XXO7DegRN3B8J/9Z+4i6zOp+gO6G/q8MMOTvQ2uAZMXIc/pABtiuRZ8IOwyAwgKQ5zav8tiWYVfWF8wgfGK3uvzLqO9kuEiW3gCb025kBiKbf10axpd7Xjgn03p4v33ZAu2ndj99DP33eLa+gS9zd3pnOa270kntvc5vlpf+L5h4mNHrN1sLA9mIOtssnQYFP5mVnwIpxGGnMQekops1Ba30ud60DVk31HQnNuFg1CW+q9P/UWtoVmiLBdKWTaU2F5kVxrnnkd9gxYKZJnyXgyA/QPI1pHnCXvFsYJPjBeqSgTnqXJRdfhGlAya3U8oS03gTmgUiSHQc0ssFSFOag2bRbxg0218DzzGnLlOqA6G/GE7KJ967W6fIjQypvAPGyq7DnOxDzbLHHCU23HFbkGTJiwZ+i1lebQITQzC0HydKQxB75aPzEL9a69WZ11He2bCBOXxhN6bcyBxJi3mmaI0MrlgAeUO3orszx7E23BNaAtSwF/YF2RfGW9A+sdOHl3YP1Q5+Td65N+pUZ/U4dP2eFE74BrwMR19Gk+beTEIvgBDW1kBlzi1CKtLVOiP5LKX8xCuWPvVmZdh31zSSKQZ5AXEXotzIFE5UQwXTPE5oIL0sqZfA/Ot+evwoEDyb8nUv3LXwvDFl4vUNCjnJ23BnQL2wO/yHZllDELo4U9FORPhKp13De5NTMjrPSDmoQI5B3MQSe0CRpYyUzEpPrBHNS7jn+Va8CEk/ZOGzmxCH5AQxuZAZc4GdRg6fagP7JdGWXMwmihJuBdWy+sLboO14AJLzyh18YcICoqb2vNEIHlKswBTYrkGfCDzNK0NOEtA/wj0rMRz4g1adbSRK5ILtA6NN8JIWHNyjhHblL9YA7qXce/yjVgwok9Q6+tNIcOoZlZCJKnI425iHflT8xCfnVv1VnXYd9clgiWMweWdodqInQLJMwBOSgngmnMREyqH8xBvatbxbsrliRcAyZm8AfaFMlX1juw3oGTdwfWD3VO3r0++VfS39ThyjM+aadN7PSmzDVAJoXIp/gRbyvNoQNNbYyz5CwJavCa/oiL+RMzkXxXRp3xwy4zNS3FfZMXJtgzS0Qg72AOENgnecR0zRDP+8EXpPOneMHz0/kLucD6A2lW/vznpQt24EKbKfK856YLJ7gos4520XN/IO3KxTY7yQ98f7p4IYesv88PpEM/kOH7v9/1Aw94gP2KmmfanvjKQQfQotj9rRJeR77Qruj1hNbCClAqko/QrOKoYSvgA1tl7zP5K1avoD0rWjNzwko/qEmIQO73kiTMUjrSiCYwEzGpfjAH9a7jX+UaMOEU905ebccPaGojMxGWYKTRH6GpQJwlL7SdPDnum7xwZe2VCLQp+msqzpJHrFm9RDCpfmieLnJiAfygsFyXJ7w1jH9EejbiGbGmOEvOn3GIEWvbvEcOZl2PJ9atjrPkJk0f7ex046aDfW6yGWd5E2FihD0DbYr+WkIQ8iGCdIvMgKXdvylDPoK5yKhhK+AHW2Vmpp9NM9tnt8V9k9sg+wNLu0M1EXyh7fd7qpx9kkesmZmISfVD8/WubhXvrliSzLwO/pEll1h71zuw3oG9uQPrhzp7cx9PTxf9TR12xw8S4gwW/SEi+nENiFomxz/iLdk5W0EHS3XEWXLpRGogT8wBhSJ5BmYimZayNOFdHqys4BkJrdpnkFJOS5pXY6zJpVvMzps+OpiD0cJYmO05Hk2jvaf616xrsW/IWMV5clqIQN7th3lwsT0Nas0Qoe2qh4FHvTml2b7JvuRNBJNqB95Aj2JiDhBBORHQWpgBSkXyEczBaGEs4APjlRnKzGvIadZ18Ixo2CLzYGl3UIMLzJEQIeaq0QzNEMGk+sE81Lu61VmeXXdIuAYEKZfiH8n1dBp+0AkpxVny1H6RC5eYAwpF8gyaU8y05KUJ3+EQ/kMtW+MbCU05DzSgTTEN51V7U9dFlajAi9opetT6bA2/ozfdlO684Yb5XG+9cMON82fM/2hL9Vo3midYb6nvDlvDi3UikN/JXMT3Z35EdJvzPh7vgDusnuTmm9MdQ24yreVOi5E7rN5yU7qjdg18WSdCmL3T8gieqpUT77j5FrsG+2mv5T43pWP77D8XzjknpQzHWk1x1HPuuSlB2zdaz+h41ZDHsQMHkkBjhjgHeiPMUBOT+XpcuG++F8C+LVLieyjZFxEs9YMcvNicNEOEjVo5Mw+VFi3hB6oXRa4BE0P4Ryba1+X1Dqx34ATcgX0nwPPUWK5XHd8BPmEfq1WFN2U+ba82lRa5HpTWWx1/oFQkz4IfhEVmAEmRfARzwIIieQZ8ILM0T5rxQw8j7i9xEu2XCGGAfUL0oobQtv2NY25vBc/efKkYzBbbbGG0J9NmHTOvMctLTXiC6kGMe+XeUoO3aY4ILranQd3NtMuzQ+55ygyzt4w8LbFPmOhk/zDRtlnGDzaVn5kFL2on5qDW067hB225POz1vWXfkbAj9gnxeaKG0Lb9/pSIn/I2aoYIrVwPGZ/cAPub7Tk04Bow1Ac1/oCsSJ4FPwiLzACSIvkI5oAFRfIM+EBmaVra69dRvCL7hqDl9okGoW3zWuoJoch4juZDe5cyB51QTvC79v99fbry/3nZfF5mvR0vT1e+bB4fsr7ZvPwV6UMVrmjXiEVe8Yp0hbD+K17xSqsN28cVe8XLX56uaLncYplXpMttD7OxfV/e8kGLEfRYj/NXpg/aYxU3n39euv3TPnWS26xnxKd+SroNcmsFbepausbt9/+0JG5rc+IuHLF55ohHPv3+yaNpnlMXuK3Vb7/sfv43lvh+6H238H0Eev8g7zXYt3BbMwttWQ8Zn9LAbM+hAdeAoT6o8YeBvJbrHTjxd2C9QncH1g91ultxFib6AaKHNqylt5E/5JMqki8CfwhDOS80oE2RPAt+wGIbmQGXOJWgPxL70EONHwRpeTrwHBos8pcXEYIZPoAUo3J0hznwIpzQwCTNEMGk6aOdLTXiEyn1VXVdgwiFZl2nsNyX8YnYapwnN6k7qMEF5kiIEPNYm84MWLr8kFdhcmdf/PAG8hb8oC09UIMXUyf8IPQxC0HKp8xFYhd6qPGDIC1PB55Dg0X+eEXMjPmISYlaUTm1M5hP1CwQwXJmIiZNH8xCpRNPlhXJF4E/hKGcFxrQpkieBT9gsY3MgEucStAfUZ801RbxA0t3O/CsTO7sjS8Eb7wiLKkm7xjM9fR2jTl0IpBXYQ5oUiQP4COCfJdM//SWm9Prb7g+/cFNN/njf/ett6Z/uPNOz//uttvSR+64I7395pu8h77rbO02+4/l/3HLLd5z1M7vanNLz66D108kPjr0UJ8JryftUZHtkysqp3Z4jOCFnZQTAWmAldNHO1tqZB/AuiL5IrgGMKRIPgB/GMinXbluaL0DZ/MdWD/UOZufXfsDw+jh8aYMo4XNbwr4pB0yy9MS14PQmfNCg9BWTvEDOtrIbISlIswImvTY0ahboh95K88L8lIcTO30gw6vSPBkfyAJf2qQlo3Rj9yaNEMEk+Yduo+ZbnwimZZpif1FChNcp7A0lqMfuXUwHzEpf9Af0eOXxhS5xehHbtKyQ96FqcWe7b56/7v+1hsvaEsP1OBF6TTTc5YPXhCvNajxgdgyO8dLFIb4Hios5WX5KVoX+4uY5Ie8WXOBGU8GJ/SILTMTMWn+UXkd7eypq2ufqi3iaaF35LReQyyiJ7mtMR8xKX/QH6GLxy+NuiX6kbfyvIBfpZPneidPfEXwxwuC1PubAMO1rk9eiragXiKYNP/AJ9ONj8gs32WkX7vuunTjnUfTEy4+lG45dtQ/vPn4c85Jz77qw+mj9mHOKz/60XTpgQPpLTfe5D30fZ+tXW8f7Dzjw1emm44eTXfaPf65j1179t4ze3y5n0GuhUd9Gr2ewq76qfaoGFd7Go85LipHj5iuOUWT5h28zxU65aVYaKvL2idd5MQMXCMjr9J6B9Y7cBLvwPqhzkm82Sf9UpU3++63woNN8YdSGMjzSq4HoTqitFkAABAASURBVFteRGCJCOST4AehkdlIWBqnmiUCHUQgb4l+5K08L8iLCGFKXophqZ7iEwndeEGQEjVEbZTLjwVyYguz0JbzAh6g7pibhh9YuvzAC8KkvGJUHtrKKX6Q6cAHMksbibnIRk1JWtp+yYcI25UF2cAXH8BBkXwWeNFIBPIWvEq0LfkgHyKELvkhkROLMAs0ECNoLfhAWy4L8mSKnNiCJ7Tl/IBPJEziB0HytNOYc2VwQocga4YIYWleOvCLQ/hB1Gbn+EIYkBcRWFIknwQ/CI3MR8JSP2UOUIkwzKmN6Edu0vyj4IsPYKRIPgs8I2EIL5BELtDIiSPkxwI5sYUZaMvpwDzQOYxoxiI/6z/bjtffcH16+EUX+cN69EUXp4dccGE6tH9/+ud3u3v6ris/lJ5z6aW+phMf4Jxn95L79gOX3id92xWXa+nsjfZ4uwdHHukWUuKeQDoDvtgnxK1Sg2s8Rk8GJ3QIsmaIEJamU7xAnTE3DT+wdPmBF4RJecWoPLSt6XoH1jtwku/A+qHOSb7hJ/VylU/VfR/2Rt00TWqaFheP/9Q0rZ9F3BpOLTFvpVmhaZpun7MGYpPNxrLLTW+aja+Zd/LxJk2z8WyaZicrpoDhLppX0zS2zQb5+MDHHJqmcb/GckuSk3b4Mh9m8WmaxlIDG8sJx0PTmFcLPg0nQ9HSRQdzTdNs9ki06cY47gOvFjNPPU/Td/VvmiY1TZPslPbqq2kas9uwV55maMdxeNqe4l4aCtOapnFfO6EcF01jXubQNNto5eKjsYmIlba9JjWWNA1nS47nMI+maVLTNMlOyc4eU1unpV/tXNM0ZtGy1KPQ3zStn0VaGk4tMW+lWaFpmm6fswZik83GsstNb5qNr5l38vEmTbODZ7hok8mbprEtbgjLu6V4MUlsMXOU5di8D1lsSIjQ5oS7On9+6y3pp679aPreD1/pt4L/2dX9DpyTrrnjDq//3uLPXnttetXHPpaefe9L7alo0rl2D7/38L3Tr193nfec1Sd7rPagew+x91rKrPeaT3LB3oDLxkgO6MeFPd6maeyWNMlOyc4ek2lply/mDHyapjEbYxefzEzTmFcLyw0nQ9HS9VjvwHoHTvEd2HeKr79e/kTeAXsDLtnzRgy9dfoBUZE8oBmi0PKwdh0foFAknwF+tCmSO/iAF8tOeEV603gCInEIeoboR95rkUdPzBfMglaVK0q3n9TJScu/8ILeJHuUEHNpExE/6LXJhwhxcVCPZq0XDSzdHsxFtiuTGV4wapQfC+TEheALvTG8BAvKidQF5EOEXhuz0BPzBbMlehP4QU+cVwz9uyn8oBPmJ/JkgpzYgSdIIAdqRfIB+EBPVj8ReovlYuRjrZ0mHyLY2tIDL9Ccx6HXsPam8gk/6HXgAYiK5AHNECEsJWqIWsIHEBXJZ4CX6LXjAz1xXiE/xd4UniV6jf0CLxQikHfIrxPyCXOCjmGO1jHTs+sPyYnwzXqyx3Ddu2L6lYcOpTfdeEP67PPOT593/gV+C9575Nb0sTvvSD94n/ukF139kcS/n3OvAwfSv7jHPRxyb7TT551/fvqDmzf/Fo+Vd4kj+1rSI+c1BdTEIegnkLg3LkMdI/nxgif0fHicEmIubSLiB702fABRkRwGNbPAkqAG1R6ZAwpF8pX1Dqx34JTegfVDnVN6+0/wxSt/U4f//SuwA0X/3zZrRpGGgHqJEJZ6/1v/TscHEBTJZ4D/6IfJjLlaC54R79W+iKAfUuQRbx6foh+5d8Q5chfrJ2Zh2NVp+ESGjTNqvES1Xfeg2rRZjH7krsZ9krvYnga1ZuJzjRbxSeYiLk6fom+2G08WFMkXoH1WR/AWlUa8WCYCuX9fktTn6ehgFjrBEmqwdHss8NwObbKR10benhe8hjSEZ8R17VERX1BNEzkxQ/Qj9xb6Iy5On7r5XGv0I8/1TGj4R7LtC73lhxc50V9T8lH0he1JvUSI30fUsO22DB+w1P2JpxD2F/GtlPaHLrwxf8KPFSKQ+2PVLNHF8ok5MexCdw2fiIvLTnhBdYrvo2pDfxG/iK9qn17cNU9POnRJuuf+A+mN9sHOzUePph/5uPvaBzp3pu+61+F0/r59if+JFX9b56svuaR3gy6ytU87eNC1f28z33qPe3p+VzjF1xG5P2ZeSyRE0OuTPELPCYT9wAm8RPfn5b28Dl7AvhW79ycXO5Uq+dom8zOrcKa91/vm19N6B9Y7kNYPdc7mF4F+IGYeI2/awJJi7zetLEQGXswALcQIWgdz0AnzEzyr3Tv64ok3kPvjJsEPyIEcyCvIhwjeylzExfxJM0QYdnWa/GggJy5k45WSYsp9yVsx1xM0vABJMTELiIJaSLPIDFiaYiQXrKU4S+5i/cR8vcNWZ3pZZ/bgGpBdlMg1ItILET/wZeZIiEA+AbMQ26ghar172luYLkZeuZGZ+x2O4g2u4wEUispjbRozYGl3qCaCLzAXcbF+YhaKXfIrNkwv4B/JTug6xGxDX5QfKjmx+LzjCd60OTEDVDEqR3eYAy/mn0Y+udEdfGWDP3gtH0UX7UQNlvq9IVbAD7yFuYiL+ZNmiDDs6jT50UBOXAheMDm2wB+/iHszD17cdU+fe/756VEXXZy+9MILE/foiy64sPsDNv9o8v3OOSfdv/0AR3eJ/+nVPfbv9/Icu4effd55nt+VTtwr8Mds96CLyhHIgfwEon0Q4QReyl8jXAOK1+ExQ7Ghv4AXoCom5gFRUAtpFpkBS1OMytGdzKzr62m9A+sdOKV3YP1Q55Te/hN8cX6zUbgEn8ZDb5l+iKLygc4saFlxpDEHapgZRz9ESnP8cCmtVXT2CZWWzW8xZuxdPkToeTIPPbFfaIYI/dVCNeFZmPLfDs2+tzOvwZ6hd83hrJ4ndAjNzEKQfJ9DzX+rpFnFOHSKcvYJ1ctrv0SoNttLz9ZHnsyBrU0dzMJUX++eTjbv2KDnfuH45P65FxB8mYH4GqcOLZtUc0TYqKf8zF5h1kZm7hs/6HkyC1HkeUKDoDMLkri31CDNI3PgxbwTXvM6d+9in1B1YN9AkyJ5Afygt8wc9MR+oRki9FcL1YRnYeqEyOwZMFf09xATDt7nPunCz/qsveEzPzNdeBpwke2hyOd/XrrwwQ8+g/h82+syLnrw5ydx4M6jad91103zD/+Q9k2w39bFVK+vf+xjaR/YnNcnKDbH63vkiH0nzDuOzWtb1IUn9IZ4/wCJvM+TowF5C7PQlv7BDjVI88gceLGe1juw3oHT5Q7s6Yc6p8uDWvfR3gG9ebdlDPxhGqKW6AfEGMnBdM0QwaTeMdKYA7oUySuMPCq9vjTTl168I2hF8I1YY242auTWtj00v1W2GWtWMRMxqX4wB/Wu7CrXyS7kRK4BubWg4QlBSv5aSvbFPFjqBzl4sTkxC5sqJXKR4hdzkbiWyfHIyHlJvvnVqsp1oN7Udkxcp+3q7kHPszQb9Op8z6wtwmyrzAq6zqzmBU34AiOK5A579aQ9UQNlG5kBlzgZ1GDp9mj7ExG2K6OMWRgtlAT8oLRe0bkOVFq2S1wDtko2ww96i8wBIhEGuWaIwLKgBtUe8QAKRfICo/lCXyfP8Ox6LcE/YlL5wDtinZq1tDvQKIhA3qH5TggJa1YyEzGpfjAH9a7jX515De2dC5IT/XvIkkMP+7J0jyc9ccwTvzLdo+WeFiPose5y87lnZDDX9Zl+r6V85VcknyFOcE9bj9zL6o5HPzodftQjp3nkI9LhDPduNWKRR3x5urew/q7PtEsN1ojzeES69BHGl395unQHzrMPLA5c+eG0F+xf6vPhq9KBiM2fE9CeolbMP3RlOqfAuaZDab2oX/GhdI7BPuxbYdbRff/M6eb7EyZ68YReG3OAqKg81qYxC5Z2BzV0AglzoJw4ROtDfa3PyjuwPqjT4w6sH+qcHs/DCdlF43/fIW/NJ+/AqqL/xk2fvit6g3W0tWUo7hxzF3Mn5oA1RfJTBHuO+DZK+0KPWPNodqCxblLq7qXmXRycWDOJmYhJ5YMZUe46vhX8cSACeQXtnRZyYu/xu9Ce8IO2JDADyomAJqh7ngMPXx+cmB1IJ6TkOlA1Z7+RQrN8iOBtzJEQgTyCBqZphggm1Q/moN7VWx39Aa+3enwFe464W2l/6EBTG+MsuS/ZiVxYOe/70xut1aJmiVbWD/YC9a7s6iJ/rgFZp62IJ6Aodt9LLpoqHyKYbqqdt4+fQhr5COaABUXyAlWvwow+QCgtRx3/SFwb5ew3Yg2atbQ70CiIQN7dS827ODixZhIzEZPKBzOi3JVdWfw9ynWyTn0x7p3cV5kFL8IJDaJkueaI7JMYsRZ70ZnCrHAxf7JO//NIfjWj8h+b+GaWpiSuNdUz6/VgJvIigkmbx03C/oBcUAvTNEMEk+pHmK03npxV9hzxq7JHTwYn9Igtj2YHGusmbe7pYNb1zImZSKalL8m3r+5dJX/FCWftnTZyYvd69MJOeFkY6aYxA5b2vqekoTt4AIUieaSkpxS71ny9A+sd2MM7sH6os4c38/Sz4o9M+V2xAqwq+h+Y+QMPIignAloLM0CpSD6CORgt5IWqV35koy64BgNcB8j9cXsyOOEJA5mSWVCuKM09mRU0FNAMEQptGxk/MkXyvUbeRJjwZ89Am2L3+BEj+EHQmAEkReXUQN3zHHj4ejgxA0E6YSnXgeoF2G+k2pwSfpD4Yk5ROTUMazSDWbC0fjAP9a7jX114DfYOfuHSLDp40+bETASVWlF5Yi5CQwHNEKHQtpXx3VaLstn+XENMXAFPoE2xe/yIgJeicmqDGbA0KZKPYA5GC3mh6pUf2UnlOlAdZt9AkyK5kZtFA1tOif5IKn9phgjlTlvB04L7E08kXAsmrsGeI97OnHHHF/6TdPujH7nlMY9Ktxe4rdUVYx/abY99dFrKEZuZzeMek47syK02V+Xxj0237sAtNnPLEx6Xuki+gJutt8pXPD7dvJCbrF8cvVv/H3n25z53stdCTi5pej35+mjW1eTfA4M1zSkm+yK3kIhAnpiLuJg/aYYI+a6TqMZ9k09cmj0DbYrd40cE+RABrYUZoFQc5tQjTxfX03oH1jtwqu/A+qHOqX4GTuD1R5+uh2uxBkHa/kZDoj5pJ4J0i8yCpfWDOah3dauzPLvukCy4BlNcB8iL4AmZBmaBpRiVozvMgxf5k2aIkO8aqBOeg+7dSq4BE9PsGXptpTl0CM3MQpD8t0RDrfebpYFHnCVnFshnM+FZ8uE6UFp3Xd5EcLF8wg96HcxBFId1u8YstGU5MA/ljtHKLN/h1MJrMD55HTyB5hZmgHIY0To0R4RuYZzIZ7xSUCb8ClMuL7oW1wGfLJ/whF4Hc9ATrUADS3UwC6oVRxpzoIaJOJqf6PflBf7ebyeuA5aWD3yBDkVyIzeLBra8PZiDrTLKNEOEUUNOmPDMjuTEmsbOSxJOAAAQAElEQVQ1oNZja+wZLPX3aKK/L3tyik+n8PJHjjTpc77g0vTpn32f9IDPuU86cluTfuQlF6f//PMX+K6OHk3pn3/TPdKfvuPcRO8Tv/pe3vuEf3qvdMcdKb37PeekT/z0+7j2uV94abrzTh87M08zXkfDB6bX1FDvajyhE+yPq5ZrbhhtaXtojgjblVEmn9HCqRbYN0zsg/1Dr4056IlWoIGlOpgF1URqIO9gDjphTdY7sN6B0+EOrB/qnA7PwonaQ+VNl0/hoXdpPrUHREU8yMF0zRDBpPrBHNClSF5h9AOk0utL7NGT6RN7jlQn2G/EmjVraXdIU+wWSDRPXkBzioW2rTzDc9t8HNnM62T3zSyXViQHaiBvyc3ntO63Q8xDO18KeJTWsvoMz9wc14HcWqfJmwjdQj+RDxF6q8xBT7QCDUgNDmaBvApzUG06eYvsGbiiInkW9g0stpEZQBLUoNpj29+9plzMn5iF/GpGxRsyS1PSibgOntC7NvsDRKLeQ8nBdM0QwaTeMdKYA7oUyU8R7C8StzHK2W/EGjRraXegURCBvEPznRAS1qxkJmJS/WAO6l3HvzrzGto7FyQn+veQJ3fd08MedTj98e9fnf7yz6/y+NIfv9hvxm/81vmJD3Te/ifnpj/+k4OuffO33iP9xEs/5r2v/bmPpq968r1cf+m/u861r/uam9OHr9r8P2L5wulymvMHM72PzNgzrx+gVZE8C6/PiDUxA3Fb1GDL24M5KiKQF2AWCstjGT8Yr+ytwjVgwpW9Q6+NOeiJVqCBpTqYBdVEaiDvYA4QFMkjJT32rPl6B9Y7sKd3YP1QZ09v52lmVnlT5QchsGNF/42bfigreoN1tLVlKP5bupgjUgN5B3OAoEh+imB/Ed+G9qXoop2oI0gtFroj+pH7QpwjdzF/YiaS7zIVn4hJSw9dpzrHNWggAnmF6EnurcwNYUEaeQszQEnMwVr3+sx4+PrghM9AKpczPXMGXAdya50mf8VuoZ/Ihwi+ygwJEcgjaGCaZohgUu8YacxBr2u6GPnURhb44xtxW+aFC+0pauQmj2YHGusm2a95LWNGuJg9de91NuF5vqtV5UdspSVh8TVmXCd6kvt+mAOKGMnBdPUSwaTu8VMDWgdzgKBIXmHkUen17//a+mAN74gvl/aFHrFmzVraHWgURCD3fQ1mXY8n1q1mJmJS/qA/ku+qqlyn2hAXuVasCzmeEW9jFry4a55uvrlJBw8eS3/5VwfSXxhP/Ipb/EZ86ZccSW9+68H0O797Xnr0I2917f1/eyDd975HPb/bJcfS+/5mv7+EXvTvLk6Pe+K90mv/ywXp4ou5y95y+pxG/2V/fFvjEUbcrfQ6Qo9Ys2Yt7Q5pir4Q58hdzJ80p5jvMhWfiElLj8lrYBivQY5WIXqSeytzQEGEYU5tMAOW+ns9uUDrwAMQFMkjJT32rPl6B9Y7sKd3YN+euq1mp9cdqLyp8vMZ2LCi/8at9EHQQGcG4jw1oHUwB50wL+EHyazOymOszbNP8B7tT9FFO1GDpbVDPkTwXuYiLuZPmiFCvstU+VnqzxVxIVV/eXEd5TMinkCrou9v6MNzhQY0tzADbemBOrIRTdGsoi+UT7NfR2WLyRXbVYKUKq3sN1JpZQk/IE/MkRCBfAJmYdg20vCDYeNe1TznO3ixT/BR9gdehBMaRMnybs5yDtVEQPN7yqxwsX5iFqpd+FUb6ov4Q7WLa4hq42YRP6BS7B4/YiTjywzQRuR7ighoHZnZbq2S4FdZ3izt+DpimH0CuT9uTwanuHfywfKwxA9cpz/iYv6kGSLku0yVn6XFPbNWAf+9vrd4Rvzyca8u3PVO+/Yn/59Mffr970j/2Piuf3U3vwmf8YDb00//p4vS3/zNgXTJJZsPcu55jzvTDTdwF1O6/faULrk4+VP8rO+9If32b/59+g8v/1j6jz99YTrdvia/BScb8o+IOwG+ymvJk8EJHYLczWQ01sCXmIu4WD8xC8Uu+RUbphfwh2rnwuvgB3gq+osLH0TBc4UG0iwyA5Z2BzV0AglzQL6y3oH1Dpw2d2D9UOe0eSpOwEYqb7r8YQ96V+WNHnpiWwx0ZoFVYgStgznohPkJntXuHX3xxBvIO/ATiDGnLiAfIvTaSh6hSTNECEue5jT/1Z6vLjtlvXIW7DunZzQ8obdUmkeH0MyskDysXWcOKBTJJ8Cr2IIPFBumF/CHXufQUzURes3jAj/orTAHPTFfMAtaJRfSPOIHXiw7Zf2ixY6+ssBfeRfxBAQikLcwA23pYVhvxFZlHlzc7dQ6bf72z24W3RRe0Am1ZOa+8YOeFbPQE61AA0t1MAvUMSpHd5gDL5adRl5xfEdPWeANqj3iCV7YiRwsnfPeih/Q3sE8dMI40QwRhh05bc5+hj7UWS8WIhP7ja3keIJy4q7789mz5PSff/ra9LgnHU6/9F/PT9/xL++WHvOoI/7Izj//WLr3ve9MX/almxrxxT90Xfr6/+Oe3vuErzqcfu2//j1yetsfn+vay15xUfqWb7rJtdPqNPov+3Z3vIagLXcJek11s/gJxJhTG6OZgta9PjMeNrLo6K6J16LJcTNeMF4ZKAuuhR/0HJiHnmgFGliqg1kx1FR7ZA68WE/rHVjvwOlyB9YPdU6XZ6Kyj52XKm+6/HyGnjcfAgGiInkGZoEfAFqmBtUe8QEKRfIZ4BX9Z4xMtuAZ6Q2wP0Dk3pELtALRj7zXNmM+9o/mbXGkLfQ0i+7ACzphmPC4YahXavyg18IeEYhAvgD8oDeCT6S3WC+KryP5MU5OXAj7hN7Y0GtY95q3hXyIsF2xDA+wdOpgFtRHLqR5xA+8WHbK+i2zGHVHT/JeA/sERL1GVSuyNgAf6MnqJ0JvMV/wGoLhauctHyIMG2fUeEG1lccO1abtIn6wVSxjf2Cp/yaXOEAzivGxo0FvBD9AVCSfAV7Rvzey0EuzeEake8QTdB/JwRfLJ/xYJQJ5B/PQCeWEWRh2jDT8YNg4o8YLiq167MWG8QJ+wIpi6fVDz12Fz/3s29MbX39N+ron35Je+3PXpn/7zOvTM59+Q/rSL74t/fhL/iF9+7felP79i65LX/Dg29KDPvf29Ibf2vT+rs3c9+PuTJ/xwNvTv//h63z+F37+2nT48OZv9ZxW96/0DboHr8/utaQHjCdQ8zolF2gF8IHeMnMIRCCfoPhQNScfIkhfENknFEd43FBsGC/gB70V9geIiuQZRrPWgwaWbg98AEWRfGW9A+sd2NM7sNRs/VBn6R07k/orb7b80HLsh8axQO+3GpXH6rODdWlDP2pvtet4nHnCj1YiHsL3uNALH3AvSzyax8jTNFveHORio2TP7mUrXbQZfLt9Wm3Ls47Ow7p7uXngCZ2v9Sw93BMvG8RLHJcnflDytDVbWnT4Pm1C+yOyx1609SVHzhM/cJ8d9smc+9osPhD3Sd6DgQp4sUx0Wt8lHr15K9wnxtZTe3VvW1969HxPlqddp7dP1Yq9xU3R7dN6PCe2+GO3fNM57+we1tqL5sH9hF08zc4P9xx49TxtzRsXnIae+IHvE5+CJ3O+zGkAa47N4gX4eaTXdMJc8KKXiIfA02FxIe5lMx5tPyNP02x58zesyMGF8gkvVomOzeDre7TcIw0T+Kz1ZKP54AnuZ7W1Lj7c22a7SG7s7GmznZfthv0J9zRtPc7iO2D/Zd89/7wWDH/eiTs8bPeyOY/m0XstWe3etu6HaqIL+ZN72ZJ7KTITMX3O0XlZcy83L/e36HskWs/Swz1tNnqR74mnbQYv4Z6mdZE8A3saymhObq80m05YOeV3YN3AegfS+qHO2fwiqL3ZsgaZx88beEaelvCD0Bm9yCOhrZziB6FDHkjkxCLMRmhUTd6CD7TlbmHgix/sZIYXg0Qgb8ET2tIDNXgx5zTDc9IGD1BjzE1jP2Dp8mPghYG8hpG1WeAJhWb5Zpc1p6gmalBtsepj67MOPKFtxhPacreAH4RpPEESuZBWjfhBaFo0zxzzOVhrWezZzo0C1wnizr74RGZ4cq3QNk7xG6iaIcJgebrEEwqdO3nihSeQt8iLGGmXpwN+EDrlg0ROzMJcRE3SVFvEByzd/Rj44ge7G9rkwNOU7h8rJRdcB1RPRnxDE7MQpOlUHsPYTuLXXH11aj54edq3lA+0M8TTig+mfR+Yx/62jzjJ330w7e/xAatPf5pbj2w+AG2fcwLPO5BPwmsnwoBq8hb8oC13D3i30/hBWy4L8iFCmMYTgpT9no3rng980ORDBLRF4AkMKZK39D1bcU7AC0KvvIgiLK/pegfWO3CK7sD6oc4puvEn5bKlv6kzeIPWXuwXMZ4qerHkxPUgzOAFvPFLpgbV1Ygf0NRGZsElTjWYEfTx2GONZuAHlu5+4JuZjo89s5yX5EWE0MU+QRL+1CCtGvEDa9IMEUyad3AfC534RAptdbndn//VfuX1ielVfCI2oX1amsiJWZhjQVGPnxrCGj6AtBPy3mm4MsQ+IbSwT+A1BCxRA/kk+EFoZBaCVE+Zh9g1qPGD2LI4xxMyg3rsmaW8hE/EuthfxKTewVpPGBb4oRHBcmYiJs0/Cq8j+WFETlwM+4MwmPPKaWGkn+IHqG1kHlziVIL+iB67tDCHHwRpz9LFr6N45Rl7xZ+9Qxwt5sFTM0QozgwXuJf4DHWr8RH7/+Zv04G/+Mu0fyl/2c4Q4S/+wjzGHDB9Z9773nTOYv7CZjK8By/TLZ7bck6I5FXiPt7znpTrle9xx3e/J53bctAiqCZST9LONbfemtLgdaDnPs35YlbQr9cVGnXLIs92ZhQGnlrn+0f57CgvItig9qhokh/4DzVfGJ5aH7+fba45xeFIseY+QqYhepFnWqYl9gd0KpKvrHdgvQOn3R1YP9Q57Z6SPdzQscz/Lrvw5s9V+YEkqBeDN4TBnJ80xdA+TvEDVtqoOUWWstAfUZM01RblpWjS/AM/uhXJB+A7kOolXpHQjRcgxagc3WHek/ZEHTFZM0QwafrAo9KFT6TSWl7iGpFC56LrRD9y84zz5CZ1BzW4QH8EMVebzkzEpPkHnpVu+VZaxkvyJELoyPlFjTy0b1P5EGG70vtNZXGefuYiaAJduUV8wNLlB16RgsMi/+hHbp7MR0zyY6S1/f5X4ZXTSR4xLc6SmzTvwKfQiU+k0FaX8YfQhWcoPUUTLtRO+AE9bdSsIksRdK/pjyAOazSDmYhJ8w95VibwriyPl+SpGDrwirCkWjnRX0uetCd5KZrMnIXe9yd1kTA78m+H8BS3Xn55OnL55WnEB02r8sF05IOBnIdp+IsjVb/M9S6/It06F/O+FQbXRPPrmo/ibE+b2fRebvvYwH269Yor0hFbG7LpvcJ6yzBDH7HIFR9KR1putQiqidQjbD/43mp7c6gtP3bkturf1OF10L4sxkGvJUV1DGvT8QFLlx/y9T/RZAAAEABJREFUIxamF3vjFTFfPCIm+feVImvk3feN5l20k2pFpAFWTh/MV7rYR6TSWl7iGkCHIvmA477OwG8t1zuw3oHld2D9UGf5PTtzJprB01t5Q44Pak8+0Y+Ggxz/yGC5X/KbAQhqnCUPS/2UOUBVJM+ATyTTUpbwnnFv+aFXNhms4BkJy9pn9JMW2pL/FiiFL/khkRNbsvPt2igMZkfrrbDIs53pAteATqgnXKveYav4gaXDg3mQzr2lBteYi7jYntDblKAZIqDNYsZraJbPsEn7I8JwfVCzZ0BWJO8hHyKERWYASZF8BHMwWhgL+MB4ZYbCNWBGK8/7jLbk31t4irT9Yp+AIj9qQPNZEs3qeVfNWotmiNDKexLwg53MMnvN+eAvBuvjMuOpWcXhELprcZbcxfyJmUi+6/hUPe+zXNhvJAyxz1B6igYUit1rChHkp5zYwgy0ZTlEj3KXr+B3w9venq7++VePebVpVV6Trn71Mj7ymtekE8ZrX5s+Aq+xGDHtquPmF9JVr93wYcVf+IX04R24sp0h7in/5b+kK+EXLEKb3/YPH0vD1xnPOyT7UrR0fCx8LVW9xu5bhetsq2K2l9+f7DX6UYNfXPshgot2IgdLdWiGCNKrceBR6sUPSutVnWtAtSkl/EVav9Y7sN6BU3IHBv/Vf0r2sF70RN0B/ccC/jGnrhB/QFXaxktcA8YrPQV/QFQkz4IfhEVmAEmRfARzwIIieQZ8ILM0LU14R4PZ15AnEYIJHhAk/y3RUPPfEjELsZl8oDELLFVhDqpNm0X8YFMtPM+8RnSdvBaeEIdCPpynBm/RHBFcbE+Duptpl0+bwD5hYkPsH3ptzEFPtAINLNXBLKguRuag2KAF+wWxpbM8rS97zLwOs7Oug1+EwRbmRSvVvz9pkhd5AB9KIpBXKfjkZvCD3NqkNvM6+AN+iuRZMp7MAP2Kw5y6e6+jwIdYAB8oLJflCd/y4MwV/CG05/aJBqHNvkFMGcx26wPdOv312K2XEuagtB50PEN5l0yf95Gr0hP/9m/Td1/5IX/8/+OWW7xGe8FHPuLaMz98Zac976r/n703gbstqcq7a9/bI9AT0AONE34qAkZaNDFMYnCKiUZjNIpxFscvajSKgPOUmMRERRNjVHDCIeaHomg0g4ooxkgiYIgik5+MDTTQND3evvd+679OrX1W1a6qXfu85x26e1/3f6+1nlrrqTr7Pfe9t8/btG8JN589G/7VW9+qa3fLs/7emKtw0m5yPv195s7F1x2cVE4Ls+VGeSvLQpen9E0u9pmIZaF7D/MkgrPDA5ykv7dyTZ8bs0CzRfKIzRAhyvWAB9Q7kpUuz2QiFuwBsawF/IF1i+Qr6xNYn8DRPYH1Q52je9ZHv5P/dN3nh3US9oAZf/9pPnmzHT+gKUZmQCVuNej31PpExw8kPRkX5+YkRCCP+HNaToTYsgnMAZX/QxkNRLcZIojUvpiDdte42uU5drukcw/8gUmNJDXw9EgfMyCp/qSJCGgGdWCOhAjkOVFP5vKePdU7/aWJ88HMGYrnZw7yWTRwenHerY8pc55xYZp0e05H5Z8S+p4WezBukbyKPze5NDJnSKkXNQkRyEeYg1GICRpIyYxHpPbFHLS7Dr7KHjDjZGenjZxYBT+gIUZmQCVuEdNiGfT3JzNGqP9iFuod+1npe9e5vWbObmcmgpsM4+v33+eD/HKeNkMEWW1fblb9G91dfo35e/rSN7/lzeFrH3x1+LWHPSx86zXXhl95983hTvla/PBDH6rak+5///An8iHPVacv0Jq+b7/uunBWXvgr77wj3Hj33fphwFvuPiPKCb38+yEeka87xLIebNZivTPgB42Wo13izOxIBMk5nyGlXtQkRCAfYQ4Q5H0RLCeC6Mx4RGpfzEG7S1f5XoS3Fktv7AEzc/gDbRbJV9YnsD6Bo3sC64c6R/esj3yn8/bf1OEPEVhwAv4QWNC+aWUP2FTVO94ebWQOtHA3NECK0c+SswTkBnXy05E4q3q8+WBzFv1aM5/xLc2yR0lPNHw9btHPW04E17b5h1k8TCT3iG4zRBCpfdl8u2tc7fIcu13SuQ/+HnVgVpPshu6RZT9by6Vt+yxtXsXsxppIuY9I7Ys5aHdNVtlnIpYE8yZCqcdp+AKSxeT3ki7EFfwALcIKUFokn8CcZ9KwFfCBrbL/zPyJ0NzBn5tcmpkxpNSLmoQI5PosSZgDcoPaEI0Zj0jty822Gw+42rmPPzu57sqsJtkNHZBjZMajS3LLNX2mzBjSU7v8LHmtL9HxTYQ9Fnh7KtZ2ViLQZnF8/SqK6v3IRRdV7vKtTO6WS1q/mAM6LJIX6PIrzN1bpHeePRsuP31aX86DL7ggfOrlV2hut9+/7dbw0AsvDK+44/Zww1+8UnnOO96hy0990IPDp/zl6zQ/0TfeA+AOydcdkCzmOfX4/mQeVCzf8IHyakOd8S1Ndu2Dr0eMmDOk1IuahAjk+rpJbJ4crLYoGjMekcoXM6wQgbwDvDvapi3sAdOVRMHfkyyuxfoE1idwJE9g/VCn7zHfM7vsv6nDp+xw2K+CPWBmHz7F92g7c6CFu6GBlySfzJc05kDWxp+MkBfwfuSFlr1JXf6c2zOzO56QtNm8ib4mN10isyBp+2IO2l3japfn2O2SBXswxT5AXv1a4wnalN6Y9bBqNbl6MmuoWL4xxwoRyJt0eDbn5xbxp4cI5A04M9BicXz9iGA+RECLMAOUFsknMAeThamAD0xX9q+wDzSdObfHNZdm0UDbmCMhArmR1TZDBGurRuah2rCnBfaAGTvO7NH22hw6aNPm5mfJUX20PHl/Zh7MeJjx+LVjyTmvZ+YQdnbayImT129+LJITI8xALOuBOah3rCvxCdx+bvv/lOIO+WHa0978priyCd90zbXhGvmw51GXXBpe+kEPV77wgQ/URb4Wv/P+/0/4lre8ResTe+O9AO6AnB2QLOY5dfL+VKF+wwfqHftb6dqH1+yZ2R5P0DbmSIhADuRAHrEZIkR5GmyOCNOOotL0LE5EsXMP/D1xeg3rE7inP4F71PnXD3XuUV+uZYcd7NN1IiwY55vzgvZNK3vApqre7dN8GsiJVfAD18AMIFkkn8AcsGCRvAA+UFhqS51/4HmTrn3svETwBoUcT0iWmINEjEWmMwtxtR6Yg3pHstLlmUzEgj0WPtvZvfCEuEUebN5Hy6s/cctNpB5nJO++GueqeSz+PcoeUDOMOueHWG4Cc5B/TdBg06V3ZkGL1o05aPXENfwglocauvbh3B53otI8Gri2oO8pPBIxLWyGCOlqocIPCkt7ldgDZkw5M9BmkbwIfuAWmQEki+QTmAMWLJIXwAcKS3Upf9/XO3df4dww48DZIWljDhIxFpnOLMTVemAO6h3rSnwC33ztdeFZb3+b/s+onnfzzeGK+G/txOUxnJHnyf/UCt52992jfumpU+GDL7l4rE9kImfX71nucLyPwEnltDBbbpRvi7LQ5Sl9ybXD79GufTg7GxGBvAGekLQwByb6PGo2Q4Qo1wMeUO9IVro8k4lYdO6BPzBlkfy+xfpq1ydwvE9g/VDneJ//4e5uf8gR4XB3C70/jeEfRiHIL4uSli/ODazGyAyoxK0G/Z5an+j4gaSHfnXtw7k5CRHII37eciLElk1gDqgsWh5rmyECy02Yg2bTZhE/2FQL77aHxco4/sCyRfIieHmkiRmQNPhIbrAWmCMhArlhdYzJnPXMxTg712br7GF5d2QPmBnAG5I25iARpUADSe1iFqyuRuY81cYQ8IOwyy/26Jgzf4vNETw90sycRyQ9t0XWyEds3gRqciJIzoxHpPbFHLS7xlW8x2JJwh4wM4M/0GaRvAh+wGKMzIBK3CKmxTIE+j2h/otZqHdUVvCvLJXkxXvgD87Me1hOBNcWktcf3C/8QCSbIYJI7Ys5oMsieQZekMn3qfL9L7oofM2Drw7XXnBB+Owrrwr8mzkfeb/7hfcV3T+Ib7n2Wu2h72rpfaB8+EMfPV9w1QPDD1z/UNKTCe8BcKfj6w5OKqfMecpdquIHWhzyrWsfzs05iCA5c4aUelGTEIF8hDlAIEKWM+NhuQke0GzaLJrvplp4Zw+YGfN7kM+0r8vrE1ifwCE8gfVDnUN4qCfG8vz2Xwk+kjPxiT7MbMan+J5mO35AU4x+lpwlz6jR7/FNWc6MJ1veW9n9h50/N7k7Aee00nIimK6RObA/kMk90mQzRBCpfdl8u0tX8QMtlt5sH2JjFn+j0bZZwssjqs1aFGm8Es3PkY9dklgdo81ZlI6+y75Ofd39XfFc+lNWyxvT/tzk2prPWU0EbdrcmAEqi+QTmPNMGrYCPrBVFmTs0dG+yB9Pj/gz7+H3OrUs6X8E1XL9OqgoCh7kfO3JPaJLxzhLLtL8hcd8l3Z0e2q3u7EHOKmU4u8p9YwafoAQo58lZ8mgBq3p96hYvjHjKXcdTOVr3+3gz03uBjmnlZYTAd3i+J5CBHw8olkvEURqXzZPFzmxAF5QWFqlPT2BE2HDewDcYfi6A5JF8gnMeSYNWwEf2CqHk3X/HvXnJpfjcD5DSr2oSYhAPv6+ZA74Ps8CuUc0ZjwitS+bb3fpqvlqsfTWuY/tQVy6xdq/PoH1CeznCawf6uznOZ5MF/tv6tjp7A8UqwuRP+igsDQv4Q+us+SF5nHt0xQ/cCt+ltwtaTpqzAGqRXLIamY8tHSDF8wM4D/Tsl3Gz7NdCfgYJue16javhdx8TS6SXcV5W/SROfBaJe/2LM2zB5TWChp7FeRUwg9SVSvmQYt4owYtmfOoKDfTJLXLZohg+r7iYk/OyOZEII/gBbHUQA0UFkM2N9boQHOEGaC0SD6BOZgsTAV8YLrSobAH9LR29GgLfh4VNzfOCVQ+Wj55dvhos3RYTi2IIvcQiBB6fmUetRH8oLbe1NkDmk1hPDf7QGj9wg9cDzMetzR6q8YcUFi03NeieT9ykfqvzKs0uJMnvoYzxQuclLzucY3ZTdPmTg1UFskFZkDS9sUctLt0Fb/7Pfzh4fInPjHhCqmveOITQpMnyPpiHh+ueMIh8HjxXMCVsZfYx+PCpo+Y8Tipd+AqmTkKLnjAA0LI3g983SHIL4uSTi/mYLoSWp5h6S/2gJm55lnzWfw8bh0fw+SkZo4FIpADOZBHmCMlAnkT5qHZtFnEDzbVwjt7wMwY/sZM67q8PoH1CRzSE1g/1DmkB3sibPmEPT9IxzfnnT9pZz9we5a80MC11VP8wHUwC0gWyScwByxYJIesxgdYOgz4w26Rr52PCG6YcwKS+VIDWhcNz675jibOAx2t05bsfNOGrWLPYKtUMjyhtlzRVbY5IvD7CMhBmza3nV8z43gCeYHu11qY1Z8aFs7Keb0vNZQsJhp+4BaYBSfV02y21ogf1Nb3oftnMOvHuT1ugHOCSfhSg2kamdck3vJaZJshgkM6Z0AAABAASURBVEh9V+M9tDXY/PcrfN2dc1aYGeDMMNO2WcYPNpXemQUKi+QTmAMWLPIMyAE9gg/EcnnAtzLF17qyNC9zTnCdnBPwBZaogbyLimfXbGcT57nfoz805B/eXC4f6FwuH+y0eUK4/KP4MEii9tfj1v+JsleDxodEV8Y1oucK0a+U/UfkQ6MrwTTyDD5Y0h7RfW7aND4hbDSiIB8KbT7keXzUt/Eq8aSX2IKeCY+XD4gWcJX0znH6/veXbxh8pbdvCirYKpWM9yCUljMdPyi17kOz30fdXnY+IrhBzglI5ksNaFUyH/pshgho+2RnT84KM4fZ2X/Gd11en8D6BPqfwPqhTv+zuud11v7yWdD5Awl4kRbJF4EvuCG8PCxZTT4LfkBjjH6enKUi9Htoyms0AR+QdPfLvDOHnXzxwocI5BH8IJaB3DCtGfEDaWJOwuhB3gXz4JtjjafHt3Tn0SsQQQbNU9LxQhuLuQQfj/QzD5IGi+QTmEMkAjmQg+US8QFJd7/MMzrgB7HcLeAJbhpPQPLRcnSldsMP3Dqz4KR6yqxBl+VE6gh+EMvdAp6QTeMLmdwu8fFINx4ekcbL9FEgYZ5oWE0E0W3Ookj9Fx6QTXgv8mx5vjwlf2245uoQMgapDVvLa9OTeLV4wTXXhHCt4OIgOQQXySdce63MevARX/xA5vOZ86IZ+dqkfshDQnjIdVuul7rAedF2QvzPX399qHHOrQXJodz7kOhBFB4qnhXOiV7j/GWXhfOXPSAi+eWCaGGG87Leh3k/IATxDrKXRs0vC0F8Ssx74ytnvfzycH5EavGz2XMxt2g6+1mu0eZjf+Ina+HCC/XPDPs9ZHH+N5DrOIzfn9jjC+QRzmdEKTm/adWIH7iG3M8tpSlzLVx3t6ebmaS2V7aAdybNl3jRRQTJ8fGIpFdJ04X8Fn0CEWTdz5KL1HcxD7471vgASxbJF4EXMBQjXoBk5LXpa1yfwPoEju4JyN/Ojm6zdacjfgKtT9f55iwMg3wrNvZ0vGEY5M+qDbnlkAu9NZ7SOww7OwQ5VEh+idcwDGFAlEjYB8MwqOcgZiBh0VWaGYZh9Fxk1moWzyAM9EgkLIa5iPngudhnZmAY1F27yAwVFt6YZWQYLKM6IOKF2zDIHQ5op+PiMwxDGCgkEvbBMAxhGDbkfkMu9NbRb+d59hEPwojUwzCEYRT2kwzDoJ6D2IGExVc+Nwy5sthyOoAn2IrPTeuJzAnDIGc0euYqPcPp0+HUIx8xYRDNsHWrm/FRjwiDgQd5jEHy3XhkCI9yfIjkDc7LWpNHPDycf8QHHx6PFO8ZzsV1Yp1HhM0acXfO8+EUHzSB5RLPZWifaMujfNgkH06dF87l8GGTeJ7bievDdE40PAucFW05Dw18GHae/wgyv5/875O89mu1nBlhGAb9vhQk1lqX6sMgnhE/O0gBEpZf0W/n+dKO3lPyUssu2jAMYZBBQ9JFF3P5wDCU1LxrYY0nLBxL2pmP6AljnvQcoBiGYfMsJZrNIIkh6XqtT2B9Asf8BE4d8/7r9of5BNw333wb/42YXNfpBy3aN2bAd1GD1wJ+kIhj0ZXgCWMzfjAKyxP8QCfNiwgqyo0cJG1d5kME7WXOo+L8zeaJHp00Pwpy4kLwZIQI5Po1IsETyBeADzBiUT07vcYZDCJoHpXxAwqL5J2YH+3kxCXn1P7CDS9IljhfiaSpXuAH2oEPCRHIZ2DWsNa8Vh0/0GLZDT8miEA+Ps8dPdVDbviBpGH0DPLL+5KDyK3LfIigvcx5VJy/MQ90Eg3q5JwqLL+Zn0V1sHNSkBMX4L3IdRQf0KJ9YwbaXfed1Z9+7s+FH/qRHwk/8ZM/Fb7oy75cX/infsZnav1jP/Hs8A3PeGb4tV//jfB9P/ADuvbcn/+F8Pxfe0F4/evfEJ75rd+mfV/w1C8N584d8f8jAz3NwW68DzwHc2tM894EWiySHzP22pNjcD6DBXJiJ4mnzRKhwyOZj/0l7SDfn/DDmgjko1/nOXWmcMMPdMm8iKCi3MhB0tZlPkTQXuY8Ks7fbJ7o0Unz02K3m/ckVxfztahi/w0fYMLi+HVCnGGccX1o4KSwxDOsv9YnsD6BI3sC96APdY7smdx7Nmr8mzr8718hebH0QyKWC2aBb/ZAFzWQj+AHo7AsMe9lU/PdnBOSTs4J9gcqOSRN08J8iJB0MA+JWC8m89Ja0vS/jyJrS6+iV27C68+1Ro0nJC17eM1FT/O1mGxaL6rvI3ygPjq7wjkhacw98zppnhb4QbKCByRiuWAWWLXXTg1oI/jBKPQnE698dOH7KB8v+ttZ8SaHfDCrmz7MQzZTKu05ltZU6/TR3sqNs0JleSPz2mFTzd7xg6SRs0IilgtmYfb1l8fvVeptt90Wbn73zeGrvuIrwhd/weeHZz7tG/T1XXjhhVp/yRd/UbjqyivDJ/2dTwxvfOObwv98yUvCK1/1qvD3Punvhmd+27eHb3nG07XvX/yz7w533HGnzt6TbrwPgDNbJN87vDcBY4vkxwyvGZrH4LzH9PvTfo9yRkjOybkgEfsKvMy7b2JZF/7JBOcEniOQQ9I0LSY+tNgcEdBmqL3W0b/Tp7UNXtDq0Q9Pmg3pIn6QqJwVErFcTGalDQ0k3V74wVZZs/UJHOITWK17n8D6oU7vk7on9vGHYeXc/KEFyTL9gGiRHGJtM0RgCcgN6hHmAMEieQf4NdsW+uGFpwdtBD8wgdwjOrMSkgvNky7KCh6JmBbSETzpatC14H/hB17rzG2f2fYF/kVPmyeCbUgOVku0eaKUepGDFnZjzmP6TJz4+H7zQyMnLgR/SMZyL6uJkDRvC/MhwnZFMuZA0tplM0SwPnLDNI34gRbLbkW/3GKht/ckT+zwMljIc9GYAUnHixpGgYRZi5ZTV5jMl/rMhwilnhmNfWCmbbPcuQd+sBmKd2aB0qLlsbYZIugyt/swb33b28IjPujh+gSe+hVfGZ7xLd8a3vWud4Xbb789fMZn/6PwaZ/5lHDZZZeFYRjCP/uu7wzf+T3/PHztV/1jrS+84IJwEf+THZm+9pprwv3ud6lk96yL9wFwaovke0eenzy0MBJOxi9eMzRPw9lpIAJ5AfMhQtLCHCRiLKJuM0SIq4HcME0jc6DFsht+zYkdfPEEfC2SK/iBFnIj9yAJ+YUPJDpzCEQgr8AsVJb12eqa+RBBxWU39oHZqQX++EHiyTwgWrTc16Ixa0ipV15vRFFt1qIunIDbeoT1CdyHn8D6oc69+Yvf+CT9vLxukBAs6r/9YTMWaYBYWy8RdIlbxLRYhqbn2DRN5I+MqVhSFv6Bwvk8ahlfm+b+hu6RNWYlJBeaRxf9HLmK5ZufJS93iYqPR6SlF/7QnGOPZkO6iB+gWhy/7ngBi3ytyIE6wgzEUgO1ZyOKwqyhYvvW/T7CBl/iQuRU299DtVm8PZU+vFgiArk+SxKbJ69gM0TI2yZah2fucZg15/PoXnZGogrxRg2UMdoskmGaRdXp96hYv9kssd4lKws8pXty4Q+TBS8s3AM/wMKivqfwUTGq2e/PqOp72+eM3Fd57/d6r/Bff/u39eX/+I/8u/BlT31quPPOu8Kll14afunnnhue94s/H77qK79C1y+95JLwmBseHa666iqtT506FW699VbNX/u614U/+/M/1/yedON94Dm0s/Pe9BzaRsuM7bU3p/y5ySvNeLFEBHL9fUnCHJDnRN1miDBpmwjSFWfzpVbd/Wco3z9aRtmanGb83kKuy7XzoXukeZyR3C40j+p+jlzFzS2/+1nyfH2s8fGMC/1J099sbA+rZyKeQJtFfU/ho2JU+VqhAXqEVYilBmrQwm7MAbVF8pX1CaxP4FifwPqhzrE+/kPenG/clS34gxpYthjoB0SD2jBNIjMgabCY59ShMKv6Md84M+gxOKMm2Q0dMplynJXCciKIFMbXzTyE+i+bIUK1Ex+gwSL5AvCH5oh5E6HZHAJ+EOSXxcAciKaX5URQcXNjBqiIJVhLPDMPXc9u+GRSvezwqw2zD9TWVcffo2L9hh9oB3MkRCCfgVnI2yYafpA3ztQTn1b/jv7jHswbfp+CxoxhrdTkRCAf30sFD113N5shgluapvhN1W4Ff2gOsIen2RwCfhDkl8Vg86IlV0FnBuizSH5f5PTp0+Hrvvqrw5M+9uPDRzzuCeF1r/vL8OAHP6jrUfzbH/z+8HlP/ZLA3G/+l/8aPvjhD++aO0lNfP09h3Y2/z4kP7SNuo210V47BTlxAuf1TBpSAR9QlTkSIpAbeR11ZiGWY5hozMPYMZ9MPOZHFnewB+hg7XzooE2bGzPGRgmBOsgvIkgaAnOeUP9lM0SodppftWF+oelv47aPRdMrEU9g2eL4+hEBL4uWUwvMgKSB6EEbYQ5GYU3WJ7A+gZPwBNYPdU7CV+HQzjD5fH3ciRUYBRI+cQdyDxo4jVlwUjllDsqrRZU/SIoLNXGHP1w4O9QsVefcoEV687OWEyHpZB4SMS1shgjpaqWa8axMLZPZA2amODMkbX7Of33QwTUzC04af4LnteJPnJKGtMg909VC5c9ZWK5J7AO1ddXtNRNBxfoNP0g6mINELBfMQnnVqfiBk05KOnt+zg3uwMyAk/S95GvNbY4IKpZvuV+5az/qor04N8xsjSckbcyBifbeRwPTJTILkq6XPIFrr70mvPC//Zfwkhf/fviSL/7CwAc9v/RzPysrdm3jd37bt47FxRdfHH7lP/6izn3ll31pGIbFf9KNXseV8D4A9rdIvnd4DwLGFsmPGV4zNI9h5yVCszno96eJJ3MwM8sys0DeBD9oNh1wccf39Oz5OTe44zEDTtJn6WvNbY4IKpZvuV+56xhUzg0zW3N+SNqYA0T/9UED9AizEMsxTDTmYOxYk/UJrE/gJDyB9UOdk/BVOKQzDGGoOrMCSQPf8AGRCFluM0RguQkeQJNF8gpdnqXZDm/G8PegVcHTI41+llwkfcrkBtqIzY+CS1iT0uYsitS+mIN218FX2QNmnIrntjmL5kENVksszZe0wJxHZmtXcb7WfEC9ay/OzT5EIC+AFzIRyEeYg1GQhNqgFLiYBfImbrbZ5xa7fF2/puyjSfuGN9BlkbwInsBijMyASnIjN6TcXrF/fE9tVyZZcX7S5QS8wUnVNFtgr0yql+wB9Q5dwRO0sBtzQG3R8ljbDBFYXrlvPwHeB8BTsEi+d3gPeva+wW6GvGZoTnNuGohAXsB8iJC0MAcmWk4E0W2GCCK1L+ag3TWudnmO3S7p3AN/YNIieRE8PdLEDEgafLQcXWGOhAjkFZiFyvJUxg+mK/tV2ANmXDk7JG3MQSJKgQaS2sUsWG1xojEHNFgk99R037Pm6xNYn8Ben8D6oc5eH+fJMpt8uu6OxxogWZz8mxD2STwRpNl6iSBS+acjLABzYDmxgXk2WspLtkd5dVTx9+j0+sV4AAAQAElEQVRCbRbdI81+llwkff3kBtr4LG1exezGmkg2Z1Gk+sWMUe862Ar+OBCBvIE/N7m2MmeoEG8FjRmgw6Ll1EDd9Uy1sfLTz7i278D5oOlrr9tipdl8iKBtzIQQxtevYryxZohkM0QQqX252XbjAVfZp8OCM3t0hFnQwt3QAClGP1vLaR+fJXOgYvmW+5S7nIofOKk3Za/ZXrw9MwN4Am0Wx9evoqj4ZbmoKOP3N4pR+z+vCOeE8wckyPwsf/qKEP70/+yHl//pxof4cueptayVInu/8i9CKDCIdiT8+V+E4c9f2cUp6VvMn/15OOUY3vTmMLzxTROCaJ5ST492SnzoIwK5QX3qDW8MCdKveiOelrXFyD46Q+yAM52OfcNdd/FbYgq/lzzTDlXG30tSWa6/L6XWiAc5kHtEsxkiiNS+bL7dNa52eY7dLmEfV9ZS/D3aV5tF90iznyUXafxeRQ1o47O0eRXLN2Y85a6omh8xSnsPeHtmNrCz00ZOHF+/FnLDT8JEF40ZkFSfJRFMI1fwAAqL5J6a7nvWfH0C6xPY6xNYP9TZ6+M8YWaNb6p88g6c2GLgk3VA9KCB05gBJIvkE5iDycLxCpwZ9BS186GDNqW3cVZky4kgUhifJfMQ6r9shgj1TlkxL4siFa6DSeZNhBk3zgy0WRxfP6J/H+IH6BFmgNKi5dRAnXhmHrqe3ca5TK+W/pzVpukC+8B0xSmc1+OWSil+oGvMkRCBfAZmYaYtJM809P2a/AWvb2xRF2cHHeI1gxbuhgZekpw5Q8pAbtHywJyHhgo2Q4RK217kLn9/bvKZnfEE2iyOrx8RzIcIaBFmgFLjmTMh3PSOMAjECW+/KYR9cpP42V47+A4yMyI+mhPFV3PWtZbXZDnReNvbJx9u2AcM9kFEEuUf+ocKfCjAGrGL178hfrhhMfuwQ/bJffCHXG/W8oGIXx9uuSUMt9464ZRonqTnPe+Z9Os6euSURBhiDBItRwdqnZO9xjz2aZ3lzEBprajx2gy8yIkd+H3C3XfzW2IKv388045E4fcUqMgcCRHIjbyOOrMQy3pgHuodx7LC2UE3r50PHbRpc2PG2CghUAf5RQRJQ2DOE+q/bIYI9U5ZwVPCoV7s4ZnZjDMDbRbH14/I33HwIycCeYQZoLSY59SJpwrrbX0C6xM4CU9g/VDnJHwVDukM51/xinD+pS8tck70DS8NY/yTPwnnQNdeJrrwJ7KOBqpLLfFsZJyVupjr/GamuF6bW6zLWV8mvLSPs9LXzcteHs5m3O1qy4mQ9r5MZoWXi0eFu6NOhLOxtljSzsprPS9/6V361ln0D+T8BQBmNsETkrbaHDq4ZmbBJHLDNI3MAYVF8gp4VJamcoffdGijsA9sqsrd/IlQaTMZP7BaI3OgRfvGLLS7ZBU/kHTJ1eW9xLDQO9kjPyc1uFlmACmPaCM2R4RxYZqYz3Rl/wp7QZcz54aZZvwgaWMOTLScCKZLZBYkHS9qGAUS5oD8MNjRm3NC80h4A00WySvgB8kyc5CIaWEzREhXK9WMZ2Uq+Ul7rWfUO/fgzMCcRf2JPwJ4H3JAjzADsdRADVrYjTmgtkhegFkoLO1dYh9oGtt5idBsrvxbpcyBn83ruMZ5IJZjmGjMw9gxn0w85kYW+pvd7D74gg1IZMaQUi9qTfzN5ojg17K8OJ/1aDnjoz0zt+698GE/IG+AJyQtzEEiSoEGktrFLOS113SNOdBiva1PYH0CJ+UJLPtQ56Scej1H1xM497xfDud+/Cf6+Ylnh3MjMvcThtfT/Kz0N3n2s8NZ5TkS+7j72c8Ji3lOnCEeM2dk/y0/Gc48Zxl3Sb+HeV/f9ZM/FeD8zTd3vQ98k//pi9cPkuMJiYf9BIgI9hcAcnDNzAKS/eWBGtBGmPOMC3tK8N7BinNCc9S8iVBpNh8iJG3MQSKmhc0QIV0tVPhBYWlvkn3tOww5M9BqkVzJz0kNLMbIDNj7SJfkhiZhe8X+3p84Tua3TtMMb5iuzCrsA7ONNHTugR8wMsIsIFjk60QOotsMEUTSi2dLDSrYjTmgtkjeAK/G8naJs22rrozzeZpDnNdTacaPJSKQj9j8KEwTZjzTjkzp8MwmxpJ9xmJPCZ6AnUX9PaSCKJzXvlbkwFpEOgJQ2teeGtBGmPOMC3tK8N7BinNCc9S8iVBpNh8iJG3MQSLGIuo2Q4S4OoaJxhyMHX2JfZ1mu+3rPtu4aeB8QGWRvAjn9khTaQYNZHl7MUdFBPIKzEJleSubDxG2K91Z1z7dbptGPGFTxTvnA0qifZ3IAT3CLMRSAzVoYTfmgNoi+cq99wmsr+we8QTWD3XuEV+mgx/yDWfOhG9885vC177pjeGb3vLmcLd8Y3/2O27SGu2pb3h9OCPaj9x0U7jl3LnwXTfeGL5Gell77jvfueynfgc/7upwSE+Av6AZ1S3kfZD89LXauFnwfuSqmodFRMuJ1BFmjCjp+800ourMeVRs38bZWpv5sU5OXAh7QHMMb0+l2XyIoG3MkRCBvILNEMG3UYPX9Os845n0uwIvcNI0XeiNn0cN8chhwTTLJdqspONlmkVdsFmLKtZvNkusdpmXxWpjfQF/T7HT/InFhlQ0P1RyYvJ19z7kIE3WSwSR9PelRdOoFeaAwiL5DBOfvH+Blx/F16Nr5mVRRblRe0QqXfihE4F8fJY2r2L5xown72JNNfOyqOKyG14wO8Ues02bBvw8qjLvQcxrNGEym2msixSWPFPtl9s4K3nxsjOxSE5cCHtAcwxvT6XZfIigbcyREIE8J+o2QwRrIzdM08gcaLHshl9zYgdfPD3qbz5EUFFu5B4kIb+8H7mu+zlyFcs3Zjx5F2uq4eNRcdkNL6M6aXtUG9IF70euq96DHJFoUEeY8SBbTT7iZ8nHhU2y3tcnsD6B43kC64c6x/Pcj3zXH5UPa77nuoeE77/+oeFrHnx1eOfZs3oGavjyBz4o/J877lCN25WnT4fve8j12n9OhNfX/qOAsrZe95wnYD9xsbiPk+MFeFkM/PQGEGcYZ1wfmkeX8AMKi+QzFP9SYjP4gNU7RDtnc5Q9oNm0XUw8bY4I27Zq5uft9XttHMQPRqE/wa/ZfYC/7OEN6s/5gMIi3uSA3sB8iKCtzHlUnL+N86VW8yutdWr4e4pj7FNcKIvmxyo5cenvT+Z4H+ms3KhB0u3FuWCrdGfeezK0o6f5cE7Q2rws8j5igRrIO8APtJU5j4rtG7NgXfb6R838aCAnLmT0qs3x2qG2XtDx9GgL5wMtsltNd23ej1yXmAMKi+Qz2HMstuEDxcU+kfNBs5s9oNm0XcQPVLE5IqjYvjELdNnrpwa0EfxgFPoTvMy7f6qrM+AN2m3nI4K9P8lBm+o38yGCdjLnUbF9YxbyrlEzv7xhQY2XsWCs2er9yLV5wVnHGR3c3NBgU8X7As84sYb1CaxP4AiewPqhzhE85OPe4i75g/F9L7owXCDfiH/rllvCr7775vCu+KHOj7/jpgD/SbRHXHxx8aiPufTS8PbYX2xYxXvMEyj+xUzeH+ML8PkothM8Iela4DOZFSM0kHR74QkoFsk7mfgxhw+Q7wi+kIzjabDgc+oZ8IOkbYEHs4Z55LXqCzy1393woyQCuXIAT52Pt8QzavoTfJ+zl9WV2PRhHiqzuYwXoOcxORsNO4AnJKOcDxCJQN4JfpC04wGJWC6YBb9KDV7T19/pmczFAj+I5SbgB5tqpzuekAzjCYhEg7oD/CBpXeDBLDBvMc+pFXw1WXZr+h7A03wt6te9drSOffCBxII5QLQYKOaZeNkIPmD1DhFvSEbxNFjwOfUM+EHStsCDWcM88lr1BZ7a7274URKBXDmAp87HW+KJ5n0tJ7LWYOJDr80RAW0GfIA2IlhObL7ntWH+hicknXY+IiSL8wV+kHTiA4lYLiaz0oYGkm4v/GCrrNn6BNYncAKewPqhzgn4Ihz2ES6SD3Nef+ZMOCvfhD/hssvCp11xZXjlnXfqtk994IPCxzzgsnBO1i45VX47vOyO28ODTp/W/vV2cp/A5A/e/KjyNda/jEg875E+qyVddolP03OZ27Y7+tq5NMoqr9EjUv8lnurjo0x3+cmMvU4Z2V5OT7ylw3x1TupFV/TNPfHAl9gNXjQThdwTP0Pb5EYtoX6Jjy4SI6OvLNi8RZHaV/TQZyU5XuTEkbZDfVX8Sl7qW59qrjBrnhZ5regaW9Ocp7SOHlEfyTVKr3pKLenyizlBvSyKi3pK3OkSn/F1S67eYmSeFkXqv8RnzrNpFue1h5yEGNEzSq5R1nY+o8xyTlAv56lL3DrhDPgAXhbJFfHRHol2UYPVxShnwgvwsUiuFIcaovMzL4ucZSdP2y56q4fkGmVNfWOUsOhSD/OyKA5dntLPa5P29DJdYuIvXeZbnJP15iV+zFU9m8PZIl5IRKHmaecl0t5EfHSdGBl9ZcE8LIpUv+I8r9fAi5w4Undor0T/0UdqzqV1e7K4yixnAzwsolNrLEyiF+StJOfCC9RHao3SYVHSZZd44AfqIbVGceE8IOnyS3xanjv7Lj/JOrE+gfUJzDyB8j/Fzwyty/e8J/D5Vz0wfMeNN4Zvu/Et4buEv3bJJeOLeNhFF4W/eb/7hx97x02j9u6zZ8N3xv5TYQjvIz3j4pqcyCcw+Vdk81PKh3sB0C2SC8yCpP0Xf9g3uvGDRkt9ifOB6yh5LfoLBX7gPC3FG6yeROYMv1jQzIcIvv0guXlZ7PbijDQTgTyCl4HE8/Q1WhHzIYJr8vPkbqmc5u8j/MB14wNO6k/xAiYskkd4zTHtD/h43CTnBCelKXOpsqnQYVPp3XyIoOKSW/5s3Sx+4KT+lHOCm9jZyzzwA6sl4ukRqX5ls9qIBlpsbt6PfKN23s3LYmFsJ0/8DOeJF5jEe5UaTCtG70XumpgFJ7XT0nvooJ5+R7zAa1nO686kdokfFLp47VBY2kjMwaba3tFgqwTzIYJb6ksLzxYfT59R7LLzESHKBPMkN9Asr0bzIYJrZB6QLJJ3gx+4AXzASf0pXlCZWPw+wgc/D1qEc0Isx1DSxkUS8yOP2AwRotwXCu8jP4gfeK07b5zVPHZ6rja8xvUJrE9gb0/g1N6cVqMT+AS232rfXz6U+c7rrgvfce11+t/JeV+pv+iBDxrP/GlXXBG+ROqveNCDwmWnToVvuvba8F2x/7OuvHL8y8s4sCYn4gnwFfYkh2r9QZ+tmUcyXyuYhdp61Bd5xpkxFPzxG9ddUtNdyybFEzbV5F7yGbXNXOAnViM4oAN5ZJyJ9eKQ+dn8XnwzbzwNvw+a1c2IH7gmZsFJ5ZQ5yFfRwOn4gZN2SzNfM8EbrJ6N+HjcAD5gErlhmkab10Ju1BL8xRw1Eci7wAtmmhd5ei+8wWklLzRwbfUUP3AdzAKSRfIJzAELPpIDegQfiOVuIfM0kwP54glmJhE/TQ7Z+QAAEABJREFUkLT9H6mmoUbDszYy6tlsTeeMMK4vSWp7ZB6L/PGEzMPK3IsabF0j8waCz6kFP+NzWZq/8Ct04QMsWSRfBN7ghvACJ+l7Ktf8epLjB05kFpxUTpmDfBUNnI4fOGmv6WJvOx8R3GnwAiSiB20km9O/Q4yLm4RZMiKQd5F7V4YWeXoP/MFpJS80cG1ruj6B9Qkc8RNYP9Q54gd+tNvt/Nn80R7zXrnb0bwo+woTIdmVn7AkQizQQUqbIYJI81ecbTXiZbT6qmu2BxEqjYv2wMcjnn6eXKTkGjXmWCECOX/RIQfqGJkBpMXg2Rg60F+aOB84/9I50cC11VP8wHUwC04qp8x5yl2q4gdaHNIN/+7n689NLmdi3iPSeJk+CiTMgX3Nyb0uuc1ZFGmvF747GXJWmBnGH2baNsv4AVWMzIJK3GrQ7/F96K7GD5y0LLWvV2Wq+z2Uz3NOcDrnBDyJLBGBfBb8QBpthggizV9xNljMJvDxZMt9pXlbrEyxT2VpKuPlkQ7mQdJgkRyogXzE5k3wNbnozICkE0+0KjPvIeb815x6EZwPZoY4O8y0bZbxg02ld2ZBi9aNOU+jFz9otLSXOp9t28Stcm5KIkjO+Tz+a2W6tG2vODcKVhNBFmzOokh7ufDDyCL5IjgfMGSRPAN/yOS1XJ/A+gSO8AmsH+oc4cOubnVIC6e+9Knh9DOfMeUZoh2Ip4fTOk/cjQue8fSQ8PRvDBdMkJ6JNu27UHo8+Gj9jU8LF+7IRTLXxdOeFi562jcIFsn7uFjmqnzD14eLZxiuvlp/0sbbh79UAPkIf7kxEC23KJrNEEGk9uVmW414Ga2+6prtY7HSaHtYrLRtZPOyKKrNWRRJL6uJG0EymyOqKDdykNR++iad+nWxyFIX5jPTjO9MS7psvkRwqyUvNKDNor02NMV8iKDi5sYMUFkkn8CcZ9KwFfCBrbIgsz1mRhb5m6dF8Wa+hCyN7wfy8Vm6WdWstijNuZ9I7cvNthtDeqa55ny9c59F5/ee5LJna97WpE1ejFTMGCrGG1pMCdI5vnZytG4yr9rcIl88Pc4UH0Dy0eesje8fLeTm/ciRBC5mgbwJc0CTRXIHPh631J/ibTSmFu1jfhbF18+Ti5S8D0wbn6WbTTQd3HRz97A0C76zTZsGvDdZ5928iTAzhj/QZlFfK4JhPkQwXSIzIKk+S2IR5jzFpo2IH2yqhXf26Bzp3gNPj/gz6xFpfP2mo43PMptXPdNszqLOt2423+qRNfMjSrn88vuQVxzw91TaVnl9AusT8E9gz/n6oc6eH+hJshuue0gI11+/5SFSw/USZxhkvc71YbNGLCB7DA1OldbknMOEh8g+0d/NMO/J92JNNfNjlpxYgRmPzld6kzWek/ZdFxJdNTl/Ido+zX7O63E+zDMbLrxwfLvxExIYBRJ+qgLkQA6WEyPMQizrgXmodyQrXZ7JRCzYA2I5F9gHmn34QaGJWfBL1KAacx4VyzebIUK562Aqf3nqduDcNBOBvAFnBloshnzOaiLQHGEGKC2ST2AOJgtTAR+YrnQonXt0OG1b8PRsVwLnBCelGnMsEoEcyIE8Yj5EiHI9MA/1jmSlyzOZiAV7QCxrAX9PrU91/ECLzc3Pkm9U+QxHEmqQNATmIMgvi5KWLmY8pZ6i1vgHmlJ/9+9RzuspmTnNzo5EThxfv53R/FgkJ0aYgVjWA3NQ7xhX8INRWJJ07mGWXfvgCTbkIvPA14fIEhHIx2fJPKgYb1ltM0SIXe2QebSbF66aNxFmxjkz0GZRXz+CYT5EMF0iMyBpsEg+gTmYLEwFfGC6ckwK5/a4Y5TOiQbaxhwJEcj5PUoO1BGbIUKU64F5qHckK12eyUQs2ANiWQv4e2p9q777E1gn1ycw9wTWD3XmntA9eP3cv/n+cO77f2DLD/xgONfJWenbmR98Vjjb4G5Zq/IDzwrJGjX84A+JvuGM5It41g8H7SdWuEv0Pn4o3PWsjB/64XBXgzOy5mn1Vtd++N+GuyJ3xnjuNa8Z3538BRVGgYS/PIDlRMP0WDMLsawH5qDekax0eSYTsViwR5wYf1Jm9STiCZOFjWBn9dFy/ckabcwDeYVxprJelGc8izNLRfaAmTnOD0kbc4ZfKGjMgm8r5oXZYp+I+IGkyy/2WTDFPtAcwdPjmpkFJ+l7M9f0PYWHNfo8ajZDhCjXAx5Q70hWujyTiViwB8SyFvAH1i2SF8EP3CIzgJRHtBHmAMEieQF8oLB0vBLnhplTcHZI2piDRIxFpjMLcbUemIN6x7iCH4zCkqRzD7NkH7C6GPGE4uLmQ0GWzIcIaCPMwyhIktV+xufSWb6Yh/JqUe3yzSfZA3I9q/GGRK7NoYNrZhacpOlEYw50tX1jFtpdhdVOfz/ZtY/5EsEZlObRwLXJG04UP+vz2CgdmhFBi9YNDyj3TNQuz8mUCOwBkrYu/IEei+Qr6xNYn8DRPYH1Q52je9ZHvtP5178+nJd/8L9H8drXpGemPlG8Npx/7TLOSf9hEM6eHX86Zj8hSd5k/HQFElEKNCAVuIrzLOQwB7m+75o9Ov4i4c9N3jwGnh5pZgYk1WfJX0aoPawF5kiIQJ4TdZvNl5t1nG32ZIucNZPaJXtAuysUz88c5LNo4PTivFsfU+Y848I06facjnYr7EEzEcir+HOTSyMzhpR6UZMQgXyEORiFmKCBlMx4RGpfzEG76+Cr7AEzTnZ22siJVfADGmJkBlTiJlCDpNuLfs92ZZIxC5OF4xbs/JVz2JmJkLTVZp1uM0RI5kuFmw3kpR6ndXm6/qUp/p7mPOf1SLPNSjpeplkcF0hsnjyHNdH8HLlI7Ys5aHcdfJU9YMaJMw8ha6rNoYNrL87LOrqE7cWcZ7syyZiFycIhCF37cG72JoLkzIGk42U1EcYFEuaA3IMGojHjEal9MQftroOvdu5hZ2dDcuLK+gTWJ3C0T2D9UOdon/ex7Xb7uUvDp/7l88PjX/3i8Dl/9Vz5yfEQ7jh3Sfibr/6j8LhX/2H4z7d8op7txruvDX/9VS9R7Xk3/wPtu+v8ReFzX/+zOvttN36Hatq83o79Cdg/2BMhORAfioCJ5B7RbYYIIrUvm293HXyVfTpcOLOnOYKnR5r9LDl/GSF6pG37kzabVzG7sSaSnyUXaf6Ks/ON2w7Ouq0amXkTodHKEmcGy4njv1Vif8EzHyJo0+bGLFBZJJ/AnGfSsBXwga2y/8z8idDcwZ+bXJqZMaTUi5qECOT6LEmYA3KD2hCNGY9I7cvNthsPuNq5jz87ue7KrCbZDR2QY2TGwxJMNPo9NFXws+SVtqOT/bnJKzvbWYlAm0V9T/lZco80Wy8RRGpfNk8XObFBl2djfm4Jf0+zn/N6pLk06zVyaTvc7/V2Jt3oEG74Y0sE8ga8ZqDFYvG9pA3SkXmKIn8fZFEe2yboHV0TuzHnMb0QmYXC0t6lrn38ucnlFMyBpONlNRF0IfZPnimLrBlSM+MRqX252XbjAVfZp8PCn528Y2RtWZ/A+gT2/ATWD3X2/EBPqt3nyIcyP/c+Twl/8AGPC1/14GeFl9/xoeGz/uoXw39//yeHF3/AY8Mvveszwi3nLgtf/oYfDX/8gR+h2pvPXBd+5z1PDl/xxn8f/sV1T9PZR1/ysvB/73jkSX2Z99lz8Q/4kDwA/gEcEImG1cQIsxDLevAe9S5dwQ+0WHpbsA/W7APkVRqezAKzPlquP6m2eSKNFWyGCJW2VJ7xTJsXVuZNhJlxzgy0WRxfPyKYDxHQIswApUXyCczBZGEq4APTlQ6lcw9zYh+wuhjx9LgmZsFJgRpUY46ECORADuQRmyFClOuBeah3JCtdnslELNgDYlkKaPh70EJtDh20aXPzs+QbdXOnBq2YAwqL5AWY8RRa9iKxR5cR5/XMDOELtFnUZ4oHIpCD5cQIMxDLemAe6h3jCn4wCksS9oDOGfaBZjt+UGhi1kOL1eTjs2QeVIy3rGaOFSKQN2Eemk3pYpevjZg3EUyvRLyBZYvj60cE8yECWoQZoLSY59QTTxXLN3ygvNpQs7M1Oselrn3w9YzTIZTm0SDwizmLeW4164LNEEGk9sU8tLt0FT/QYumNPWBmDn/PTPu6vD6B9QkcwhM4dQieq+UJewK3nrt/eJ8LXx/ud+q28Ko7PzBceur2cPXpt4Vfeb9PCV/8+meHR//Fy8PXX/194U1nrg/vd9Ffjqd/8mW/Hf7szkeEN9z1XuHqC96m+qdd8bzwqEteofl6OzlP4LwcBSRsL37CAltlm2U6s7BtqGTMQWXZy/iB17rzzj283+xeeIIfcnk+Tw3aYnNEULF8G2fKy3tR+cvTYiPODTODnB+SttocOrhmZsFJ5ZQ5CKG87lT8wEnHm3JujzsN5wT/NaIG1yY/2hYFD0T+0mw5dUQ6NCOCFnO3gk9phPN1e+YG7AG5ntX4A7JF8iL4gVtkBpAsknN24ghzgGCRvAA+UFhqS3yN2h0HW+XcMOPC2SFpYw5KZ0R3zcyCk8opc1BeTVT8IBF7i849zK5rHzzBhrJoHj5aPrYyD6MgSVb7GZ9LZ/3KPOqNB1hhD5ix4Mww07ZZxg82ld6ZBS1aN+ag1RPX8INYLgul93/FYfI9pNKn/5YNa5wfyCOlc6JBbNkE5mBTbb73Wx6jzRAhyvWAH9Q7kpUuz2QiFuwBsawF/IF1i+Qr6xNYn8DRPYH1Q52je9bHttP9T90a3nLmunD2/OnwgRe/Kjzg1HvCz7zzc8OLb3tc+IX3/czwsg/60PCst3+Nrr/97IPGc77uzoeFa0+/JVxx+ubAB0Ms3CTrb7n7OtKVE/AE7C8mREiOxF9wDL/gNJshgm8r5m62uB5FvIwoLQvswwQRyJX05vcgT1ezCh+PLDMDkiY/dUMzWAvMkRCBHMjBconJnNTdl/nMDOA/01Jexh/caskLDVxbGF9/yH7hB05mFpxUTpnzlLtUxQ+02OXGPjNz+MNM22YZP4+ozHpECtQWLadWbF4LuVFLCESQnBmPSPNXnJ1vDAHvsMsv9oCZWfyBNovkRfADFmNkBlTiVoN+j+9DdzV+4KT+NPOqDe7kjzc4U3wAyUfL0RXmQAt3QwORbIYIIrUv5oAui+QOfDxuqT81b4uVyUX74OURT5uXdHzfm2aRtRGbR7CcaLVEP0cu0vxlHjOd+MFMW3mZPaC8Oqr4wyi0EvzA9TALTiqnzHnKXariB1rscmOfXeZqM+ZHBOnjfCVkSd9brJGPMGcgkluMOTMelpswB82moOcJ8gtvCcsv9gAmLZJn4A/IFslX1iewPoGjewLrhzpH96yPdad/dNXPhu992zPCr7/7k8I/eeMPhkde8n/DK+/44PA9b/2m8Gvv/uRw9/kLVHvy/X8nPOPN3xt++eZPC/w3dT7liueHb7rmu8PTRWP2y9/w78NVp995rK+le/P7UCM/GUW7FKMAABAASURBVIHkJec/XaH2SLPNEEGkvVx4GTsZ+nOSV0wW7YGPRzxt3qJIyYWugp8jRxzkry7kQB0jMx6WusGz0Sw7jv8Ng0ZbuhTPpT9xtDx2cM6YjgENECySJ5gPEdwiM4BkkXwCc55Jw1bAB7bKgsz2WDAy22qeFmWA83lEGi/TVWCGxKJ9zak90mNzFkXqu8yz0b3Y03vZOb1WyG0PYmE5lbwnuawy5xGpfNHv8V3orvZ+5G5pPsWr49nOG7kOPD1+SXLO6H/fU4Ms1b8XeD9yafYzlovcvuKsfu8odOLjKbTMS+xhNLrZp7GcLpmfRVll3iPSeJmugs1YtK+31TSRS7Q5iyL1XebZ6F7siVc8l369LEev0LWH+RDBefl5creUpsx50tWkwgcSsbewPWb6+f0007JdNk+LssL5PCKNl+kqMENikRyoPaLZnEWR9nKZH3EnQzsnw+TEAvhDYWmV1iewPoEjegLrhzrxQd/bwydd/gL9cObvSvzVh31y+OTLfy184QOfLdr3aP7j7/3F+gjQ/vlDnh7+/hXPC2gXDmfCoy99Wfj37/Xlgdlfet/PCBcPd2rvejsZT4C/oBjJifK/OFIDTRbJheK86NUrmy/1Lfb0JviD0/Bz5ZjW9LHBEvzAahfxACdpOmrM5dBhGnnEZogQ5f6AZ6HbvCwWWsqS+RHBdeHlYclqy4kTzIcIrqFrnn7mgNyDBk7znk7uS/ECui2SO/B35XyKj8dN4AUmkRuqMUdikRyogTzCHCkRyLvJvPI5/CDXu2q8wTWXvNAM11pO8QO3arMW3VKaMgeoPpIDesS8LEa5L5iXxWxqZ0/8DOfp/chZIoLlxAnei9w1MAtOqqfZ7NiY6fjBuL4kwQtmZhb54wcFT3zAL1GDasx5VJSbaZLaZTNEML0rFvyYw8eD1g2eNBOBPFLyNC22lIP5EMF1+Xlyt5SmzIFXqQ2n4wNO6k+9H3k2iS9kcrvEx+O68QKTyA3VmCOxSA7UQB5hjpQI5F1kPjqTafiBri294QVuruSFBq5tTdcncI94AvemQ64f6tybvprra1mfQO8TyH7iwk9YoHdc+/iDHrSY3vCD6UqHkp2PidyLv0AAa13gCZXm3L/Slsr4gVN38nHztfTAvpwT3AZ4gkk8T1+bXo34gWtgHpzUTu09RAT8wE3hB07aLc18MeE1ExeBj8cNc05wUl+KX9ZpPkTIludLnmejaydP/DgrkEfMi+cJUe4P+IGbwBOQLJLPYq8bP3AD+ICTlqeZ53KDwgSe4JY4J5hkz9VrtlaNM57VOVvgWYLVxIN64mFkXiZb5DWD1V0RT6g0L3p+5oEfWC3R+/hclna+8AEMLJIvgnOCG8ILkOx5Wo02C37gGpkHJ/Wl9n7CD9wUfuCk3dLMdzcTmTIfIohkF+cEq7tj5sOc+RABrRueJ9hAw99auiNe4AbsfPY+suha7q3p+rrWJ3Cin8D6oc6J/vIc7HCnP/dzwukv/qLlfNEXbmaIGRfEmug5Lbqvq/kXfkG4AKyffCEXSr8HP19X8y/4/JCsUS/kIun3XJjVfi3JP//zQrFG35FT1167+A3CH77DMIRhKLPYUAaGoew1DBtdNpOuZdcwyKyMDIPECrK87Kr4DMOgPsOwiVr03mRmGAZ5iVNE3LjI+phvlOp9iCvDMMjIFBFjRzsMsgwSAlGpeA4Dq3RuSKuNVrrTNwxDGIYypZmqJh6sDXIbhqHuKWvSsr2strhdGbNBMkV6hmGYeIsgHf3XIK3DMMhYG2lbduEpE8NQ95VNpWPZNQxlP7wGrGSdkKNrIlqUdLyGYZDxMtrEuiZ9t4E2ZiroMrc5ZN5a8ByGoX5OWbNeaQpKaP8a4vIwDNI+RcTYMR8GaUmoeA4DXdLsrqniFmNKzzAMcqQysa0/NLyGYbOHbNbvFzuHQWYlHwaJBXb2LHgNwyA7BbHcxLDkl8wOw6Czw5BGEeUagtw2hPlf0q1NwzDI2BQRw6Ad7Rs9QBdRqXgOA6t0BvXeVqH5i75hGMIwlGkO+0WZFxNVBrkPwyBlGVmQjnhJn9bEKJXCIKIifcMwyEiKCNLRdw3SpuBDTqwgy4WrIeEjy8MwyJHKyPLiaxgqXui4SSQsYRjKnsMwqM0wbKIW6219AusTONYnsH6oc6yP/5A3/7APC2GGIa4ThxtuCIpoYyR3hJgTgTkfLUdXbrghqNcNN2xinB81qxvxlKx5ct9TN9yw8b7hhnYUn3HfG24I+KjvDTeEMZKD9OKbk8zTJ5S0U49+dEiQvmKNnnFaasP211o8TzuGK65Y/AbiJyyeicEOf0CbH17kxPF/089PeEDF/hs+Hp3Ex6Ni342/dsCk2/xYICcuxM6ZjJmXPU+rk6ZpgRcqEcj1WZLgAeQzMAv2msmNZBQ/SMS+oujXN1rtMk+L2sj5PCrGGzqpRfIM87Koy/R7VNzthq9Oej9yFZfd8PIsmy53mx+r5ER9T9kZLerC9ma9FrcrQf9bLhMdH6DRInkHeNl7NWnHBxKxr8DTo1PmRQR+fwI5aFP9hh+rRCAfnyXzoOL8bZyPrdSgJT4eFZfd8DKKk7zu4kJdND+L2unPSa5i/828LOokPh4V52+8h6DYaX4skhMXkpzRZnOvvLa+LOKFRDxPAjZLBLQZbJ7XbbnFZBQ/SMS+ouhnowf0TLzNiwjswfuU3ECrYF4Wtc3mLKo4f8PDd1GDauZlUcVlN7w8k2le90RsC+ZHFzlx/P5EwXmJC8AHkhF8ANEi+cr6BNYncKxPYP1Q51gf/yFv3vhDgb8AACewKD8yCEoo/Mq8mAE6fbQcXWEOtFh+m/iZxQE8scAXyMfXjKfBgs+pK5gPEbTNZi2q2L4xC76LGlTzXuQqLruZFxGK03hDcXEq4gOsWNRnWvJAA5ojzBhRClZbVJ05oLBIPgMe1RZ8oNowv4A/JJ25J7UnaZ4W+IGuMEdCBPIZmAVrIzdM04gfaLHsVvTzFjv6YpF44wO6ICvkHvSIrMZsG0wjgq74eXIV2zdmIe8aNXwgb1hQ4+UpjrIHFBenovmxQk4MzIMW2S3TmfHQbTX5CHMwCv0JfsVu/KC42CfiDdptXkRQUW7kIKk+G2ID/EBbmPOoWL7ZDBF8FzWoZn4U5MRIbzAvi8W5hd54edQTD+Hswz8o3H3DoxPOSr0U9fiwG8LdO3BGZlIeHc58WOQxN4Qz+0D2uMvzmA8LkxptIXdK/50f/phwl8S7iAvR2Wzmzg//sDDyEY8Jdx6A8/e/n365Jzf52k+0BYK9n3TEvIgGCz6nFpiTkFymEUEXbdaiiu0bs+C7qEG1BV7aX7jh5Sm0BP1exF6h75f50U1OrHrgC9q0uTFjbJQQ8jrwizkgX1mfwPoETswTWD/UOTFfikM4SOMTdD55h2RX+iERY5HpzEJc1W/81GCaRuZAi2U3/jBpThzgDxXOCYl/fk5qSJqmhfkQIelgHhKxXDAL5dVM7fTMpvQn7Ll20JozQ+JTOh9fL3RwzcwCkn3NqQFthDlAsEjewPwaLQde4pzQNLLzEqHZ3PFvQuwyLzOTc3IWkLVDufia72g8OWvuw7nB6aWZkqY/vWSOeSA/KHvw4axw0KPEeQ34gRZ246xgtY+ZzixYC7+nqME0jcyBFv03/Ga7D/g+mpw135BzA7pF8gr4QbLMHCRiWtgMEdLVSjXjWZnS7/X7fracGdjTov1eOn/VVeH8NVcnnJP6eLkmnLtmz1wrfofIWfHeH9eGs9fuh3DBhXzZyxzg9yeG43uJAvL3PDWwFpnMiF7S7P2pMfOQkd2uPfhwVtjtAOUp/CBZ5azgRb5eaOB0ZgHJvndQA9oIczAKa7I+gfUJnIQnsH6ocxK+Cod1Br5xV7z5hg3JMv2AaNHyWNsMEVg2qMFqjcwBhUXyGSY+tf4Fnljg60Ebyb2oPdJos5KOl2kWxwUSmyevYHMWK21bucNz25xm3Xswxj7EGYqeNks08PE5tVCaL2nBZi3KbOvCo7WerHV6JjOxYB+IZTngzwoRyAuYDxGSFuYgEWMRdZshQlwdw0RjDsLYsv9kgT/nAw5hkVzJfaiBxRiZMZAhr9H0vUTCHJBXKM6Xes2HCKWeGa17L3zYA8gbFD2ZA+Z8JAfRmZMQiEBuUIPVGpkDCovkDSYejd6lS3h7mvOc1yPNzEpILtOIkC6KgkcixiLq0jE+T/K4Wg/MQb2jutLlb9Ode+AJjFkMnbPM3Fv5hf94afjET3lw+L9/dmH4ax9+Xbj55iH80R9fFL7+6VeGl77swvDhj7023H77EJ70sVdrD31/8eoLwquE7/7ey1T76q+7MrzwRRef3Ec0fsErR1z4PsAOcLNIruRe1B5pYgYkHS9qGAUS5ixaTl2AWSgspZL5ECFd7arYB/qa+zrpgsST8wEiEfKcWmAWJNWL3FDBbngAtUVyT033PWu+PoH1Cez1Cawf6uz1cZ4ws8Yn6XzyDpzYYvKTDJvlGzM5SLP1EkEk/YkgsQhzwKJF8gb8IdJYni5xxqlaVDizR5tq50L3SLPNSjpeplnUBT9HrmL5ZnMWy11RxcuI0t4D/phaJPdkuT83uS4z61FRbqZJahczQE3k60/0sDa+Pwseup7dmM+kdolvu6O4yj5QXDQRb4/pWTQfIugycyREIM+Jus0QIW+b1MzBZKEt8DVqd+y2ypk96sL5QAt3QwOkGCezsuY1cpHCkvcSMx6db904C7R6KmvsU1naynh7tivFDE9g0eL4+lUc1e1zEd1UIoiUfK83DV2xM1GQE/fJgu/zbMv5PGj6ujXJbpzXI8vMSkgu04igi36OXMXsFnVmPFnXtqTfs105nIy9Opz92cl1hFnQ4r55++bvuCK84HlvD498xJnw4t+9MXz6Ux4cXvvaC8Lp0+fDDY8+E/77b74tXHDheamD9tD3QR9wtz6s6647q9q/+ZfvCl/zT69U7UTexi9443QLfo9i51HX2vsI3SPNNivpeJlmURf8HLmK5ZvNWSx3RRUvI0p7D+ZP7DD35ybXEWaBggh5Ti0wA5KO3+upAW0ED0CwSO6p6b5nzdcnsD6BvT6B9UOdvT7Ok2U2DPV/9GIFOLFF/Ymbn7GcCDRHmAFKi+Q5E89Jw/EInBl09+y1qcYNHcgzxlnRLSeCSGF83cxDqP+yGSLUO2XFvCyKtPfLvIkwswFnBtosjq9fxVENiR42v1gFKh/JDdaS2ZlzJXM63HGb8aw5dO2Ft6dmFvXEkzl0IpAbeR31ZD5qxcA8FBfLIt7llYa6wx7jPsxCbo8GTmfGwxK1RcvH9xLzQEMFmyFCpW0vcpc/5/XM7Iwn0GZxfP2IgJ9Fy6kFZkDSYDHPqQNzoMX8zXvNd8eOBf5xIrAPaF2bRweaLJIL46zkdqGB1vR7VCzfbIYI5S5RzU/SQE5cQNO75MMeUFpzGr4eXWIOtLhv3i6Qv0mfEniPl1vNAAAQAElEQVT1F10Uws3vHsJn/cPbwrd/87vDUz7vgeGGv35tuOuuQf9BmX9jB6jpN5i/64xVJzDyhT+EY2ELal17H6GDNm1uzHhQqS1arr9/mDVoqGAzRKi0bWT8Ntnh3dnDM7MTZwbaLI6vX0VR8ctzakFWA0iaRNPQFTxAi/W2PoH1CZyUJxD/GDoRx1kPcYRPgE/eIdmST9YhEaVAA0ntYhasrkbmoNpwPAucHZq7c24oNPlZy4mQtDMPiZgWNkOEdLVSzXhWppbJ7AEzU5wZkrbaHDq4ZmbBSZpONOaAVYvkBZiFwtLeJfaBprGdlwjN5qB/+Z94MgczsywzC+RN8INm0x4Wd9hj9vx4gjseM4CUR7QRmyPCuDBNzGe6sn9l0V6cG2aOgSckbcxBIkqBBpLaxSxYXY3MQbUhXejyTEd2qtgHmsOcG2iySC6UZtFAlrcXc7BVJpnNEGHSUBJmPEsjizX2gJlBzgy0Waz+20803Ue45NLz4bbbNv/o+6rXnA5PfPxd4e/9gweH224fws//9DvCP/0nt4T//FuX6D8oXyq9cNFF4xPUp8QHPVddmWq6cB+4zb5q3pvgngUzgJRHtBGbI8K4ME3MZ7pyzArnhpljcH5I2piDRJQCDSS1i1mw2uJEYw6sYY3rEzjYE1in9/QE1g919vQgT6LN+cY3Xf76Acm5+eQdEIk2Tw6i2wwRRGpfzAFdFsmPCc7saR6D83qkuTTrNXJp2142v1W2GWtSMeMRqX0xB+2ug6+yB8w42dmTNpuzaIvUYLXE4nzUJWwv5jzblWKGb3FhzyL7QNOWc9NABPIC5kOEpIU58CK/R9FAdJshgkjtizlodyWrk7/gJauVonMPzgy4WCQvgiewGCMzoBI3gRok3V6xPxBhuzLJmIXJQk3AD2rrDf0w9sETkm05HyBatDzWNkMElpswBzRZJK/Q5ZnP8n7PtUqNv6fStpE5r0dUm5V0vNAoiEA+YvOj4BLWpGTGI1L7Yg7aXZPVxb9HO/ews7MhOVF/D2ly37299H/eGD76468Oj7jh2vCcn3pA+Nf/4l3hl//j28PH/92NdvPNp8Kn//3bw6nTQXvoe9Rjrg1nzw7hX//AZao96eOuCX/wO289uQ9x8Zuq/VIGWQYJwSJ5Ed6fHmliBiQdL2oYBRLmLFpOXYBZKCyVJfygvLo/lT1gxpGzQ9LGHCSiFGggqV3MgtUWJxpzQINFck9N9z075evQ+gTWJ1B7AuuHOrUnc2/QG99U+fMZeJkW9Sdu9pdmH8lBmq2XCCLpv1VABNPIFeaAwiJ5g4lHo1eXOn3pxduDpq9bk+yGr0eWJ7OZxrpIQT2zWdX9jXWpmfGIVL7o95S7mir7NBtYZA+LllNXwBNYtlh9/fgBzRFmgNJHcoO1qqcuTm/MTtWGkp2r0ZkssQ8kYl7g7cnXY20+RFCZORIikHvQQDSbIYJI7Ys5aHcdfLVzD87s0Y2ZNVSIN6+Ri+xnyUXS70/kBtqS95LNWdT52o1zGLWehr54D/Zq+LHkPcnRxtdPgQdkufUSQZe5CdQg6fbCA1AskleYzFf6RrnDc+yVBH+PSJvvy5pkN7w9smyzko4XGgURyMdnafMqZjfWRGLGI1L5ot9T7tqfyl4dbv7s5DrCLGhx37398R+8NfzZS2/UD3R4ChdcEML/+sMbVfvmZ7wbKfy333ib1vS94n/fGD744WfG+iUvvlF7Tuxt8k/2hZMueB/w/vGoW20e3SPNk9lMYz2I1vX7kz6BGY9I5cufhbzc1VTZp9nAIt4etAZ4Ai0Wx9evoqj45Tm1IKv656WkSURHG8EDECySe2q671nz9QmsT2CvT2D9UGevj/OEmTW+qfLnM3Bii4EPgQDRgwZOYwaQLOY5ddVTF+u3yR8itdbGa6yNoHNmINczapLdeM2QyXlpPkTQdeY8KpZvNkOEcpeo5idp9cysNcB/9tmyDx4WyRvgCbRY1PP5efs6oQHNEWaAksj5iB7WEs/MQ9cPcrPz7eBh52yOcl5PszmExJO5IL+IIOnclcy3mvGDVk9hja9RQS5LOzzb5PycD3J3NHB6Mhd1NFIikAfmPCq2b8xCswvPZkN7EX9odrGH0WzcLOIHVBbH149o8HUq+DIDtPloObpSmFW9cVv0Pmr4tJY4J2gPZ9Qku6EDskXyCviBLtPvUbF8sxkilLtENT9J9WtFPAFwZo8eyZ9VhXvmbT31zBOY+83K948Zi9KyvZ90jfeSJtkNHZyczEUdjZQI5Pr7h1lDxfLNZohQ7hK1w0u6mlfT3yZtH6JpjYgn0GJxfP2IHjzBacwAEpEvORHQRpiDUViT9QmsT+AkPIH1Q52T8FU4rDM0vunyzRqSrflDGRJRCjSQ1C5mIa+9pmvMgRYn58Y5ITkR5wQTycHqSjQfIiRtzEMipoXNECFdrVQznpWp8acvtfVE79yDM8PsLH6Ga2YWkHy0HF3xs+Qqtm8Tj1J7p1dpFI09gLyK7UGEauNmAT/YVPHOHMSyFZgF30MNXkt+ipcszBcTr9JI53mLo0XR7Yo3uD5WwUnl97zNEcEP7JrvwYezQ9cROvfDDxJPZiERpUADSe1iFvLaa7rGHGjRf5v4lEZ38DUb/MFqjbkfNbBokbyMvqeKnjOzNkOE3L6k6e/RvLGjxgtmW2fO7OfxAzSLdr5TL395OP37fxAuGPl9yXfgRTLzoheFCzIuFP1C0Xbi914ULhIuzEDb8Huy3skLY5/Eiw+NF4aLX+j43ReGS2SvS4g787vhkt9NufR3fjf0MtxyC1/2MgveQyWD8b1ki/hBrRadGZB0vPJaF8yHCCqWb8X5UuuMT2kk19gLcr1Yd+6HHyQezIIXqQ2nMwtIPlqOrhRmVV9v6xNYn8CxPoH1Q51jffyHvDnfeCtb8Mk7JMt8CASIFskdNkMEluwbPjWgjeADCBbJOzHvYnvj9RX7ReR8HpG2F+cD8yX3bDuTzPuRp4ui4JGI5UI6A5RXnYofOKk3xR9m++0ZzDYGPfPE085HhOB+ZTWz4L/W1OCmQmDOE/p+ed/iBJ4sWCRfAOeE5oh5W6w0mw8RkjZmIRHTwmaI4FepwWvjM03EvmLilY8teA/ZKJ5AbZFc4bWD+ZIDixbJM/CBRLZ+IiSL5WLR+2j0LHvVVM4JtfVRt2cwCvUEP0g6OB8gWiR32AwRWLJnQA1oI/gAgkXyY4LzeZJj5Oej9iTN2wI/KiKQj9j8KJQT5oy8Az3ROj2TmVjgBbEshwXvIwzwA8uJ+j1EklO33xFguO32oNx+ZxjgtjvCEDkVo9VEtAT1uVO8HDqH7x2jF7M5iY/MjLV4DgLnOyXns6jnlDr3qdXqhw/eEvGsor6cuQznYH/ilDuC7nXr7eEU4HXrbfLat17M1Odvl/mczFN8me9B9zp3Tr7K+7t4HwGOFskVe9/b+9Nqi9o0veEDyQozCEQgPyjmQ4Qd/DgnzI7aM5htDAE/CP4X5wM0i+SQ1cyCfZ/XFrmhSdhezAGKRfKV9QmsT+BYn8D6oc6xPv5D3rzxzZZv2sAJLOpP3OwPEIs0OKyXaNhyXquOD1BYJO8AP9oskiv4gBbLbnh5dNq8iIBIzEEv4P3ItaVzVnvjjVmI5fjT4FHbwdO8LOLlMX2MtscozCfmRyc5cXwvlfzQtGlzYwY21eZO7VGVOY+KfTe8ip3mxyI5cSF4QzKGF5hIbpiWR6nNhwgibf87IDvO4+NRT7t1eFprHr0nebKObyL0Ffh4dAovD2KpRi/g/ci1xc+Tqzh/G+djKzVoiY9HxWU3vDw6jacm8ZbXUa4F82OdnDj+/qSo+Fkv0aAd8hqtx1P7CreiH32cDcgXYp4Wddy8iAYLlltEK4AXMhHIx9c9M6u9cmPOkDL5Po+OttRTZ7IbXp5seft9ZbJQF7wfuXba67aootzyGknIL3w8um6zFlWcv5mP70TT2nuRq7jshhckU3iBieRgdSWaDxG0zeaIoGL5ZjPEGskkfpCIfYX3Tybwg0TcFne9//uH25/w+CK3iT7h8Y8Pqll84hNi/bhw2+MdpVnRbu1BPG+d4T2yvoiPemJ4zwJuXdD7nid9VOjlFumt8tFPCrpGNOi3XOK7I7dINExLosy9W3nSTt9Htu+QNVufwPoE9vkE1g919vk0T5pX4w9b+0uj/n/Ikj4if3DzEiySL0J88FUvyTWKwc5+MosfqFfBcydv8cET1Ff2sSjp7lf0NS/OBksNmcFD5yqe9Oj6LrfoOb5+qdkPdrHDB3TevMSIM4Kkyy/x0SGigDdeHl1fcFMP87Io83hK0H+4Ii5CfHjtkPibia1b3RvjnHrKjEVJF1322nTIe0punkmPNOa1SPVLfHjtoH5Sa6xPzK+IB35gXpwJ5ocbHdH3oJ6cQz2iX+mc9DROUl7CjxViRPcRTWPUpFx2xTk8/Fkx2emcOiiT4ovniOiiyn3HK/ejFivztChS/ZKZZJE6oueURYuSbi7WN1n/nRnBvDgb9BtsOpMZ8fNfH9aMTff2jr6tGln0HH2l1jNLbEyVl5jJUC/p5jwg6fILT6aIwj481SN6ja9d9rAzWhSp/xI/vMD7mxcaa/2GsTP6Mo+XRVapiYvxnpKb585+HEB8eH3qJblG0Zuep4Zw7sor+rkq9lq02auuDOfuRZyV13KP5oFXhbMgr6P59Zf3x3qtT2B9Akf3BNYPdY7uWR/9Tpt/U6drX/71SqDZIvki2A/cEF6AxDd/IO8GP2AgRvxAJW69yF9EtBUf0GJzww821Y53PGHH8WTMfIjgFjknOGlZih/IlPkQQaT+i+cJNuE88TJseVGMXoEIMoyfhPHa+b2EH4gTniBpsEjeDT7AQIz4ANLORC8/vxfPzBdPsH14pr42vRrxA9fAPDipL+W9BPiBm8IPnLQ8xROySV5zJs2X+HhkgvN5RFp24ccEEST3fuQiLbt4ntkEPoBskXwRnA/cEF7A8zTc8nyKH9AZI36gErc54tzYRg2jEPT3uXmGXX9lntjsxTPzxRPwB54r0WvUVfADabAZIojUdxXeQ8F54mX0GWZd0Us9Y46fdfGawequiI9HhvAESYNF8m7MjwFyifiApLt5MpiBHyBbJF8E5wM3hBcg8TyBvBv8wA3gB05a0/gE+G3zhV96VfixZ98/PPNbrwg//bP3C2fuDuHzv/iBqn36Ux4U/uiPLwrf+68uC9/+3ZerRi//K7f3e/hDxvo//9Yl0fHkhsXvpZP7UtaTrU/gHv0Esg917tGvZT18/gT4UyXXqAs635Q9tC0GX3CDJc+S5kbSFD9AjdHPk7NUhH4PTXmNJuDjEan/wpNuIpA7zNdJ8yk+HjeR+1lNdG3T1PuRS4fNEEGkvivOJ81Rw8eT9PQWeHlkDk8JyYUGiVgrvB+59DHrESm5WFOB/hwWTLNcIjMekZZd3tNN4klpkbwL/GgkAnkE70IzlQAAEABJREFULw+y1ZYTJ5gPEVxD17z1M2vkmtUSvaeUyy7zt1iYxr8g1yXzsiideHhEGi/TVWCGxCI5UHtEszmLIvVfeBW6zctioWVewhtcZ8mvpLmRNMUPUGO0eYssFaG/hRsyL4tuaT5lD7oskkfMjxilvoCXx03hBUg++py1Cd6PXBr8jOUit684y7+hkTRGHR9P0tNb4OWROTwlJFdJSxp84f3IZY15j0jjZboK9HtUlJtpktrzsDmLLHXj/dyQeVl0S/MpnnQRgTxifsQo6b+d6mvTk2g+RHCLzAKSRfKR+/AnPj/5M/cLn/vZt4Uv+aJbw3d/+83hV3/90vDmN58Or/izC1T7D//uneHCCzZP7e9/yu2q0XtK/qns/vc7P9af+Al3jI/zJCe8EjjJZ1zP1noC69q94QnIt497w8tYX0PxCWQ/VdG/iGR/KOdz/BkMud5Vsx+45pIXmuFayyl+4FZt1qJbSlPmANUiOWS1eVmkpZvMqza36A88PD3O1J/RPL3mWtPU/FDJiZGu+djbGw7kyfmgd7OePvyg0Fs7K7q2M+dB5PeSadQRmyFClPsCno1Ovt6LPTkjnkQgj5S80IAWi+QJ5kMEt8gMIFkkL5LNFntExAckXX6xB8xM8mxnWrbL+Hm2K/oTe39WfKlB25gjsUgO1EAesRkiRHk+zLyPMMAPyBfDOWFmEH+Yadss4webSu/MelQs3ZgD1iySQ1Z7P3JausGr49l2+9GIpwctwvmA91CUkvcXa6Yn0fwQyYkRZiCW7ZDN1prxg9p6U2cPaDZtFv1z2CiVO35QWOacYEt4UoNqzHns622aNm1uNkOEjdpxN89GK37QaJkucUZUIpBHSl5oEFvKwXyI4LqYBSSL5CM83LG4byW/8ZuXhg/9a2f0RfNBzYc86kwg/uSPvTN8/7MeEJ74MVeHd75r849g/+OPLgr/5b9dovDWuPPOoDnaq159gXqcqFvhMHz9obC0SusTWJ/AET2BzXeUI9ps3eaInwB/Oizckj+DYeHYpp39YFPpveSFBjRYJC+CH7hFZgDJIvkE5oAFi+SQ1fgASzuR+e3k4YfMjwhujXMaJue16syBFtkt04vz2YiWzIEW7Vu3Z8mmcw8/yn6+nuR4wmRhI/h5ckNXbY4IKsqNHCS1iznLF8XMpzZ7IP9sj5IXGiT7Z3PjGjqMQuj76S/9zAH5DJwHZtoOvNy9B+f2uJ3xACQfLUdX8nlqXdjebIYI25VGVvCpdXd75gbsAbme1fgDskXyIviBW2QGkCyST2AOWLBIDlmND7C0mMyrNr+TP97gTPEBJ5V/fzEHvtHyTMcPbLkamYNqw3YBP9gqC7LOPcyxax88wYayaB4+Wj62Mg8IRIM64md8HpcPFPCDnUxmzmqe+IPVzVjxnJtvet6LF7/yy94TXvAbm//p1N13h/Dff/uScOONp8Pv/f7F4Wu/+j3hxb/ztvB933+ZPoG/+ZF3hY//2DsUPje7+OKgOdoHfoAMa9fJvvE+AE5pkXxlfQLrEzi6J7B+qHN0z/rod+JPh6Pclf1gZk8+zQfaLJIXwQ9YjJEZUIlbDfo9tT7R8QNJl1/8ZadzqvsPO86NJxHII/6clhMhtmwCc5CfDw2ky2aIIFL7Yg7aXbqKH2ix9LbDHrN74emRMzEDkupPwImAZlAH5kiIQG5YHWMyZz17jt3vI78v5wOvFfLi+Wtz6OB8ivNufUyZ84wL06Tbczq6UfLfAxs1ubNHIrQKf25y6WXew9eIWpYCEchHmAMEzmc5EURnxiPS/BVn5xr9+eZ6J+vsAZOFVLCzo5ITq+AHNMTIDKjErQb9nlqf6PiBpMsuvkbLJpZ12/ndlD+n5URwbSEUZgO/nG4zRGC5iZtV/0ozXkalpS2zz6ajebc9iM1GFvH0iMYcSBp8JDdYG7H5UZAETUKI0c+Rs3Qi4HwwcxjODDNtm2X8YFPpnVnQYr0lT+BvPenOcKl8pvORT7wmfNTHXBN+8bk3hRtuuCu8/e2nAtrH/O2rw3P+wzt1hv/ODhr8+SsvDG+LPdSf9bkP1J6TfuN9AJzTIvnK+gTWJ3B0T2D9UOfonvXR73T+3GZP/jIKm6rrzl/4uxp9E3uA1wo53h5tYQ60cDc0QIrRz5KzBOQG9fg/N2MOVCzfbM5iuaugzvgWJvQnrSU90fD1uEXOaKXlRDBdo81TWO6j6DZDBJHal823u3QVP9Bi6a1zH/w9zW3M06I0+1lykfTrQ26gNd9L+NEUo81ZZGmWODvbt0uDeRNhxsOfm1zbmQMt5GY5EUSyixmgtkg+gTnPpGEr4ANbZUHGHh3t5k+E5gieHmlmxiOSvpcsskau7yUSmycHqy2KxoxHpPblZtuNm1W8N9nCe+c++Ht0F2Y1yW7ogByjnyVnCc6H7N8Io99DUwV8PJW2A8vs0WXiz03uhryH5USgzaK+p5gFXZAVckM0UeSePTdVKjc3q/61NtHxBkmXX36fxjT+nkarvEjpNF+iNIuivx9bUdqKs6pzi172PHIvWpowD82mAyyaNxFmrOz8tJET9bX5WcuJoE2bGzNAZTHPqe+rfOZn3Bb+6EVvDS9+4VvD9Q85G07LP3F96ze9W7WX/OGN4brrzoanf8Mt4aX/80bV6P3gh58Jb339m8b6F37mHfeIx8fX33OPOPR6yPUJ3MuegHyLuZe9ovXljE/g/BC/vPx0BcaVQ0rYA2bs+RTfo+3MgRbuhgZeknwyX9KYA1mzn6yRlvB+5KWefWld/pzbM7M5npC02byJviY3XSKzIGn7Yg7aXeNql+fY7ZIFezDFPkBeBU8oNDAL/KWESAsRyPX9w6yhYvlmM0QodzmVvyjj66SelLP29OnZaWQPIG/AmYEWi+rBLGfVhbiCBmgRVoDSIvkE5mCyMBXwgelKh7KwhX2gOca5Pa65NIsG2sYcCRHIjay2GSJYWzUyD9WGPS2wB8zYcWaPttfm0EGbNjc/S75RN3dq0Io5oLBIXoAZT6FlKtn7frpycIXzemYc7ey0kRPH358UnNX8qMmJEWYglvXAHNQ7kpUuz2Rit4J9oDnNuaHQxCyw5KPl47NkHmisYDNEqLSl8oxn2iyfMeVCqzZvIrR6ZY0zg6TBYmAOEMFyIqBFmAFKi3lOvXLvfwJ8/T33/le8vsL1CZy8JxD/qf/kHWw90R6ewAH+TZ2dducvkzAzzD+MAm0WyYvgB26RGUCymOfUyU+cMg9ddzd8wEmHlnbtY+clwsxp8ISkjTlIxFhkOrMQV+uBOah3JCtdnslELBbsESf0p7CWFyOeUFzc/OWZv5TYmYmg7TZHBBXLt3GmvDxV+YvyjOd0aAeFPWBmlPND0sYcJKIUaCCpXcyC1dXIHFQbtgv4wVY5vIx9oLkD5/a45tIsGrg2ecOJgkcipoV0qEAELVo3/KDVs4819oAZL84MtFkkL4IfuEVmACmPaCPMAYJF8gL4QGHpeCXODTOn4OyQtDEHiHw/IRqmx5pZiGU9MAf1jmSlyzOZ2K1gH2hOc26oNNm8j5aPI8zDKEwTP+PzaadTZjxd5+4pe8CMA2eGpK02hw6umVlwkqamXfTq14T7v+A3wv1/7dcX8wCZWcSvviA8YAcuk5kmz/+1oOvEBVwuvSO/8qvh8hzWc83VV0je5JefH65YyJXSv5jn/Uq4ssavPF+/3tz4moPlxJX1CaxP4GifwPqhztE+7yPdbTjAv6nDP9wuPix/mYSZQbyBNovkRfADFmNkBlTiFjEtliHQ7wn1X8xCvWOyshHw32Td9659zJcIzt3PW04E1xbG1x+yX/iByDZDBJHaF3PQ7hpXuzzHbpewBziplOIPrFkkL4KfR5qYAUmDj+QGa4E5EiKQ50Q9mct7anWcrS2XdPYp6VWNPaDasFnAFzZVvDNnRElDQWMWdL11s1mLjV78oNFy4CXzJ0LT0M5sUZqZ8YgUqC1aTq242bEmcTozHpabuNlmX1zEO6bLQuc++APmFsmLeE9yaWIGJO17lswBAxXwg8pyWZ7xLA8tVNkDKmN2ZiIkbcxBIkqBBqQCF7NA3oQ5oMkieQH8oLA0L814mwH+HtOLEU+PNNmspJP3kl9jXbF5LeINjTRGP0fOUhPmoNmULnb5piMhsAeE9i+8IemqzaGDa2YWnKTpRGPOo13lG7NQXm2o+DeWS0td+5gvEcSIOUNKvahJiEA+whyYYDkRRGfGI1L7Yg7aXeMq3mOxJGEPmJnBH2izSL6yPoH1CRzdE1g/1DmSZ31Mm9i/qcP22U9YkPYOe8CMMZ/me7S9NocONMXoZ8lZMqhBa/o9KpZvzHjKXUeo+nOTu605p5WWE8F0jcwBBX8ok3tEtxkiiNS+bL7dNa52eY7dLuncB3+Pc5im5mlROvwsuUh6kRsbQSqbI6qY3aIunfpvDVnMuvZSLvpLUzxX8m+uNU7hz02ureahhdysJoJIdjED1BbJJzDnmTRsBXxgq+w/M3+LzR38ucmlmTmPSPo+sMgauX4dSJgDciD3iMaMR6T2ZfPtrnEV77FYknTug7+nuYX3JJdmP0sukl7kxkaQihlDxfJNOvXrYrHcVVD5HlqQa1L371E7s8WKIedliQiWE/U9xbydkdwjTX7GcpHrl83TQU6sgN/dj3xEuPvxj004K3UXT3hcODvD3bI+QfxVI7aQ2TMZzOVasX7i48MZAw/yGO+SfCc+6gnhrk7ulL6dedITw50N7pC1Xs4/4AGbf7vQvQf4ugOSRfIJvH88k4atgA9slWPO/LnJ5Ticz5BSL2oSIpDr70sS5oCc36PkHtGZ8YjUvmy+3TWu4j0WS5LOffD3LNli7V2fwL33CRztK1s/1Dna5320u9m/qcOu/EFC7KD7L6O5F3tArmc1/h5drs2hgzZtbn6WfKNu7tSgFXNAYZG8ADOeQktdmvH2g+zh62qOp8c14gFOCtTgtZDPW00TOTHCLMSyHpiDese4gh+MwpKEPaBzhn2g2Y4fFJqYBVsiN1RjzqOi3EyT1C7myIlA3gVeXY0Lm8yXCG68dD40oM2ivpcQDPMhgukSmQFJg0XyCczBZGEq4APTlQ6FPaCjlZauffDzMBhh3oiSPgc0rZkjIYLPrUYTbIYIIrUv5qHdpav4gRZLb+wBM3P4e5rt+IFr8rPktkRuqMYcUFgkh6y2OYu07Bu8uz05n8cN4gNOSt5L45rNW6OvyU2XyAxI2r6Yg3aXrqrfxReH8/e/f8I5qQ8V+aBB/YnHzEte9erwey//0/DGW24J5+QsZ+W1/69Xv0a1t9x+e7j19Onwhndv1l57003h3fLk6Pvfr3ltuOOii7SP+Rf96Z9qL2snifNy/pC9H/i6g7yUYJF8AnMwWZgK+MB0pUPp3AOn7j3w9DAcwQNiqYEaNkXM8nmrtWlzi536HC3frFTuBY9KZ79nyaBzH87sKVmt2swTWJfXJ1zbOsEAABAASURBVHDAJ7B+qHPAB3iix/mE3R+Qb86+LuR8U+bT9sLSvMR+MNOJP9BmkbwIfuAWmQEki+QTmAMWLJIXwAcKS31S57PtM5MuOy8RRLKLcwJfq1yzWmM2p5rdsjX8wJabMZut9eIHtfWm3rlH0yNfxBNyPdals46azRGBGb7m5EAdGWdivSjg2Rjgaw6NlvoS5wTXUTorGri2eoofuA5mwUnllDkoryYqfpCIh1B0P1vO7XFn4ZyAZH7UgDZi8/Y1px4XN4nNEGGj7u++sydnhZmj4A8zbZtl/GBT6Z1ZoLBIPoE5YMEiOWQ1PsDSYuxr1Ri0r3mjpbzEOcGtck7wntTg2tppxbM9FFez2ahOwqLzTKbv+cKP/vhPhP/vr/4qPOFxjw0/8mM/Hl4tH+a8+A//R3jXzTeHx37k3wjf+MxvDu95z63hp577s/pi/92P/ofw/Be8QPOvf/ozwjvf+a5w+eWX6fzjH/vYcOmll+raibrxXgB3KL7u4KRyyhyUVxMVP0jEJcW+f4/auYngzsI5Yfb3ZzY3/hs8mRclfkDeQtdyXxXLt27PfJw9INezGn/I5LVcn8D6BI7wCawf6hzhwz7yrUp/uJW0eDD7g8lilPsD3uAm8AInJT81yNd8n+b4AUWMzIBK3GrQ77E+06yWiB9IuvuFb2V6sbd5EcH54gVIPlqOrmRzqnFDB8lthggizV9xttaIj6fW19RtDyJIM54SkgsNErFW4OORPmZBUn1fEj22FphjgWj42nKJzICku134FyYP5IkfvkAewdOIUshr04sRP3CL3fPMeZxHQHd1t6ebmaR4wmRhI7DHJuu44+OREeY9IulV0jYLsoKHFnKznAhIGVL2XXG+1Cy7BmDNIvki8Ac3VPJCA9dWT/EDOmJkFlTiVoN+D315jSbgB5LudplvYXrfvvgBW/loOXoTd1abIUJzzhaZJ7dIDrHGx0C+r/LLz//V8Kl/75P15X/LM54evudf/stw5ZVXhJ/7hV8Mv/BL/yn88A9+f7j66geHW2+9Ldx1113hhg/90PDC33tRuOOOO8I//PR/EIZhCL/xm78Vfvbnf176fymcPXtWvfZ024+NnFEOmnh1f+1t1qK55LXo3Z7SW73wrSziX1kqy+ZFBOnCwyNSoLZoObUS5zTnZjURRGPGI9L8xSxUOs2PZXLiYvAHBmMseaEBbSvrE1ifwPE8gfVDneN57keza+3T9fiNOT8En7Ib+VpXzX7gmkt+aK6lneIHdMXIvIelJswBTbx2cqCOeD/yKPcF87KYTfEH3U6e+BnOEy8wCX9yr1FPMC+L0mAzRBCp7+I5QqEbH0+hZV6yM1qUCTwl7H6Zl0VxwtMjUvmyGaLvoAa0GL0fOUv7wLwsdnvGc+lPBy2Pw3gZURr/eyNWF6P5EME1eT9yt1RPMw89q+vGB5zUn+LtySb5/QOZ3C69H7l0cz6PSOUr9k8W0T3S4P3IReq/+P0J2QQ+nmy5r7Rzum48Xbk89Z7k4oCnR6T6xYxhXXktuvcjF6n/wo9ui+QZO3niZzg/vMAk3qfUYFoxmpdFabIZIohUuAoS7yF8/FKs8TH88n0tP83/NMm96HNnz4VHPfKR4cd+5N+GBz/ogeEr/vFXh7ffdFN47/d6aPjd3/u98CEf8qjw5I/+6PAHf/g/wsc9+ck6+Xf+9ieEz3nKU8JnfcZnhNxPG479Jl/p+HW3o4iif15QkxObMA/WRA5WS8QHJF1+4WUUpvn9U5DbkvlZlG7O5xFJL/NnTQVmNMlu6B5ZZsYjUv/F79FCt/cjL7TMS3ZOOskl7uwls+u1PoH1CRzeE1g/1Dm8Z3v8zpVv9BxsGIYwDBVomGEorA/D0PQcZMaQtO/q8Jw1Eg85WFCC/JJ6GAYpK0jLeEnfmFeSYRh0ZRiGoqeIYdCOvhu9wyB3YRiGMAwZYjMMg9zTa6qk62Ikl3TJ7DAMmg9DGrOJ+TKbH4bUb5h3KHYMw1A83zCILhPDsImS9l/M1BCXQaheMicHCkpwv0QfhkHkCtYqPZb2xGEo+8lGYegxkJ6xT7ykDMMw1JGGIUPK+oUXq8QKusytB/GQwwVjGAZJM4L8El3ui65hGIKYyTUUETEs/TUMZa9hEF3MBqF6SU9xTfRhGOQ4dYpzM+Iw1P2Gmdna8jAMYaghQ/iCpP1XzQ9dXGb9pE8eXhgJ8ku0YRhEqiAtekmPxrlb7BuGsp9sFIY5j7hOHwTxgmEYJGRI7zAMct9eVLBVCpnMDIN0CcMwTH1FK0zVJfqFYSh7DcNQn70PrDz+cY8NL3zR7+sr/bFnPyd8zT/+f8PPPPfnwu+/+MXhEz7u48Lf+OsfEW655Zbw8R/7seHf/OCzwvu97/uGJ/+tjw7f8T3/LFx//UPCPeHXEOT/5Os8DNPI+Qduc8hsyBiGQaQpIqZu0pcK02oYhsDcMAwSpogYlvwapHkYBhmrwLqQX4MJMmtpEkUfhqHuK2tJf08hM8PQ8OzxKPQMQ9tzkBmQsF7rE1ifwDE/gfVDnWP+Ahzq9vFT9dIefNIOyRr9kIjlwmb9N3M0SCbwg0TcQ3FAT84JyUnwBC/mtV+LufkQIcqbwDxsqkV3e7YTT1x29Cx64WfIH+CW9kY8Ienf8XzmgR9YrRFPoLBI3ok9z6QdH0jEZQXnhGQKT+B5guVJU73AD5IOPCAR6wXz/jVTQzKBHyRiX2FeFpOpzDNZ6yz25dv04ZzQeSaeJ/j20X+Bj5/3OV7gteTfWuK9BElDu8APki7OConYX+AHyQR+kIgHLPCDA9hwTkgs8AREnqfl1B3gB0krHpCI9cLm/fvJtGRqgaef814+9z1Lc3yAOYvJ+5OF+yDPfNo3hHe84x3h2T/10+GjP+qjwmM+7IbwOZ/9lPD2t980ag97v/cL7/Pe7x2e9k+/Llx+2WXhmquvDl/3NV8VLrroonDZZQ8IL/lf/1t78Xjt614XTt6v8SueHm3H96c3mTjjCTTx+5NoNXmFiQ99NkcEtA7870trH/0X+NhsHvGCXB9re92jMJ/gB0knZ4VE7C/wg2QCP0jEtVifwPoEjvsJnDruA6z7H+ITaPyhwB9YkOxOPyBaJHfYDBFY8tFydAUfoLBI3gFeUGxd6GUe+HlM14hnC22a3rwfedJhfok4LZgz8lX0ROv0TGZigRfEshzwL68UVfwgWTQPItgiOVgtkVmQlEuhBi3sxpzH9JmIDxTbzI9FcuJC8IZkDC8w0XKLpmfRfIiQLDMLiZgWNkMEVoketBH8YBT6k6onFngC+QLMkxFy4gh+gEA0rJY4mYnaRGdW1uRHpUEJ878mHnFk1HfwjBZjwAtGgcR8yY2SZmtZxA8SmXlAtEgOsbYZosEy5DWaPsc4q7mKfbeiH6P4AflCzNNiMo6nwYLlFtEK4IVMBPKRmVn6mPGgAZqP5EqHp/YVbngCSxbJR/Aei74EH6Db4tKvNbP3Rj7tUz8lfNHnf1545CM+WF/eMAyB/84O2oc86pGq8T+r4n92pYXcPvWTP1ke36D/YWT6jPd/2MNk9aRd41c8PZi8zlToq3ADui2SK3gaCJZbRCuADyRLzCAQgbwB81BqGXXzIUKpeUbDC5ptC73xg8QTD0C0aLmvRWMWJB0vahgFEubAcuLK+gTWJ3DsT2D9UOfYvwSHeIDGJ+l88g7sblF/4mYzFmlwWC8RWCLyTZ8IaCP4AIJF8n0wsOsyI87n0Wk7l0UV5UbtEal0eT9y7fFz5CrWb8wZ1S58PNXG+sLsHoyyh/2BTT2D9yTXdjw8iHiaRh1hBvxXk9qjrTZrUcX2zXtWO/Fj0SL5AuyczRG8jUYjXiwTgVx/X5LsOs9sZPSMtXrja/WCOPEqzfI1L+kVDU+PtnE+j3maRhO5RGYlJBeaRxfp96jYvplHtcv7kVcb6wu2B7HahTdUG9IFvADVYvJ1z71ibb1EYN6gBqs1MgcUFsln6Po9OuNRWuZ8Hu2pnQvdo83TG36oRCAfn6XNq1i+MePJu1hTzbwsqrjshhc0p+z3UrNpu4ifR1cOcEadX2/3kCfAV75y1IXvI1xw86Dp7yUS3lNEg9pjeha9H7ku+zlyFes35oxqFz6eamN9YXYPRtmD2In3JNcxPIDCIl8vckCPMAP+ezI1xJZNYA6oLJKvrE9gfQLH+gTuOx/qHOtjPqbN+cZd2Zpv2sCyRfmRUVBC9gsfcDIzgOSj5egKc6BF/23iUxvdwRsr/IF8fM25FzVoU/1mPkTQTuY8KpZvNkOEcpeo5ifpeGbyBeAPzRH2ocEieQP8gBaLer7SPBrQHGEGKH0kN1hLPDMPXd/1dkCv5Iy1M7CHp9YX9cSTOXTi/8/em8BdclZ1/qd6705ngUSDBAKIAygz6v8vYjSERQQRmAFFSUaBEfSvIJsoi8q4IK6AbLIILriggDP8MyAERzYBF2Z0lM0FwxIDCNFAyNrd6eWd8z23Tt3zVD1PLfe9vaXr/dS3zjm/55xfPbfufZfct7sD5AMk86EXPZSS3FOZ9tHxKo2P3HMcxxtMYx4oPHoea9WYcbS0g5qECOTN42YeTMyffIYI+S5V8QFNVz3wd4oeXCNSbFwsRD9yU33eivrkGrGWCMxAzKkBrYE5aIThpONRGpnoG224BphW8kEHmjySF8APbJn+iIn5k88Qod3VaO5HAzlxInjB4NgEf/wi5s28su3DH5Ht7/rTJe9+j2yHqE3N3/luMU9izQ6Nm2En8+94l+xQdioeyaeyS+eZIRZ5+ztl16r8yTtkl4OH5yHu1nwS//PtsnuAPbreZst119vTXTzpa6C41rPgrydrcQ+PJuqJGjT1I5mrRTRSIpCf6F/rbY+lE4/ZKfUEnccMSB6bx48I+Hn0nFphBjSVGD1HN5gDK+bTfAdO8DtwCm1vflPnJH+y73a3u8mznvUsedCDHtR9JD3voPPOOyRD9EMU+cKNBkFnFoJkaUdjDmx13KnzDWRojD0O9bTW2Se05LRk35Cqncp9iJA0MA+JmBY+Q4R0tVANeBammv9TRWk90Udegz1D76w/R3hCaGYWXOL5pwbXLDIHFB7J14HvbwUv9gm9o75fIvQ2iz1PHU/mYGCWZWaBvBf8oLepu8hz1FXXq3T2336O2DeEyzIDQbJ7GWvLfY4IJuZPbb9813rUSddi3zBwaTwhaWMOElELNNDUD2bBa48djTnwhnXH9vM/0p99Qm87+waaPJIXwA+SZeYgEdPCZ4iQrhaqAc/C1FGR2TNg7rH50xWHDokcPrzk4EERQG9RaQ2i0aFu0LkKdL2J5Ir3t2Mzqz19OXvydTzIiVNgBpjxSG7ovpvoue7JtJ6IT4POtR93s6YeMXffqJGjExs26dk8zzz5a6Z5LZV8+RyAsM4MxO9F1KFlkfocERZq9pydz3ZuXpx0rYF9+27wBK8tMgtWhBMaREnzOM+9pQZdWh7MwVI2bq7AAAAQAElEQVS5xWTzA5nvwMl8B+Y3dU7iZ++MM86Qj370o/Kv//qv8r73vU8e97jHpY+m54dgvlhDMkA/IHr0vK59hggsRzoac0CTR/LjBPuL9G6D/Ua0OTcbNXJtWx4+v1SWGWtaMRNRqf9gDvq7sqtcJ7uQE7kG5NaChicEScTniCD1BznUJYFZIHeowWuLzEVMzJ+YhfxqQcW7sNQncx3o6ynej9aQ+xAhWWZ/kIhaoAGpwsEskPfCHPQ2rWFx5DXYM3BFj+RZ8AQW68gMmMRJoQZNl0fdb8+L58vVJGMWErGvwA/6egprR+M6eEJySfYHiERo5T5DBJaN7duluvCbZItCbLjXhVJNRLS/yzfJQiO2uOhCkRXZ0Lki976XbKzAEZ1puM9FcmQih7W/l/veWw6vyCGdG8397iOHArIl/6MhrwPgdeDRPodMaBQqMd1fV7L4oAMWlQi5I/GDuUhca+XZ+VZPUrpvIo4rRl0Lf+yIQJ4BL2QikDcwB41QJ2igpc8QQaXk6GjMQdK15mKCP/sDduCRPAu+EW1iBjRtDmpoBBLmPHpOnYFZyCzlJBH8QKZ/HI3r4AnJbtgfIHr0PNaqMQuaNgc1NAIJc+A5sY2vt/W5nu/AfAeO2h3If+c+apebjdd1B66++mr9xcmGXHvttfp9pZI3v/nNcvnllyf2nS/EYZV33gHJoxqKYWKjLrT6XXlXiWCtnEowB6x7JD9OsOdI7zbYb0Sbc7NRI9e25T3zeRNbJ9ZUYiaiUv/BHPR3rb7q3kQYcPK900ZOtNcRs2BCfaKGuiQwA54TAc2hTjxbHrYeTslc0I9GOupa7DdS2AheLBGB3B43ic+TR4LuM0SIbdk8zGbXM2Lf15VM+0LiOous98yeI9ZcmkUHmuoYZ8nZKzFCu91TZhwT86c4S57vaqn4tqS1lXhHBozZM9DmsXn8iICfxzr3XiLYMifYtlXkqLGt9ibOyLbjcA94jjPwOohYC68XsCKc0CBKmjOvofkTdNQR1prXJ/NgYv7ks/nVgjrgWZhq9lxaNx3viIndE/tGJQK5PW4Snyd3XCOq5jNEUKn/YA76u47ZKnuO9F6YfUe0OTcbNXJtG/ezmDVqq0bmHC37D99Tf9fqq+7vccAp7pvc2tuz1CwQgbyGGaD02M6p7XXqsx5tIZxKemiZ0/kOzHdgvXdgy3rtZrdjdQfOOeccueCCC+TMM8+U17zmNfLQhz5Ufv3Xfz25/EbPjyCVdoIG8Si8sw6IETQIGjOA5JG8A3PQWTi+AnuG3l2wb8g0xVnPiWDtzEVMzJ98hgj5rpaKd0taW+neRBgwZs9Am8d1vJbwcvBOPAf2lczZ8NE7jboW+40MbCfxZI5+IpAPkMz39eIHfT2ttfjDXmupXE68RrL/0iw6hKv6nEf2Sk4LEcib1xLzYGL+5DNEyHcF9Wj/MMt+I+HSuZQ9A2sem8ePyH7xIycCeQ0zQOmR/FTle/+/W8tnPqNvaukN+Iqvuo2eRf7knTvl9X+4Rw4erOSBDzlHjhwRec7PnWFrfvqRZ54lN964uIMPfOg5/O0YX0rjCVyx+4htldcLWBFOaBAlzZnXIDGSO6wJc0DhkTxDMpdZX6fEtQb92G9kYABPsDbmSIhA7rTrWmcW6rIcmIdyx3FZYe/Qe3H2DaGJGcdlanIikDevJebBxPzJZ4iQ7zqGKvuNDFyaPQNtHpvHjwj4efScWmEGNBWP7ZxamAMr5tN8B+Y7cKLcgflNnRPlmVhhH69//evl4x//uPF3f/d3wl/HSm3il+V0hf/YgUTlh3tIRC3QQFM/mAWvPXY05sAbTpDIPqF3O+wbMk1x1nMiJO3MQyKmhc8QIV0tVAOehamet/kyE1wDMktRYs8QNftNjgvRgxx8TSOzoGlzUEMjkDAHnhMLMAuF5bzs3vnVosp1oNjAgnsTAa0H/CBpYQ4SMV8wC/nVoOIHQToq6QrXGNw/nhA2zAwgtSNag88RoVnoJu7TXVm/MulaGxuSfJ4VtoMnJMs8ZnDRcyK4rpFZ0PSUP665Zos89MH75LzzDtu9+Njff87izzz3TLnkkTfJ9u0b8idvvdr+9tLBgyJX/PNW46C+2WON9enB37pfbrqp/P25bjvhAq8DYGMem9dg63VjektjBpgHcoe6gTlA8EieITuf6WukAb+mL5OMupb7EyHjE6WsJ3MQGwt5dl570TUsD/xgqZwwWWev7Z2xbwg6MxCk/M83PkeEONDK236t5bWWk67FvmFgB3hC0sYcIHr0PNaqMQuaNgc1NAIJc0A+M9+B+Q6cMHdgflPnhHkqpm3k0KFDcv7558ud73znhosvvjg16fmiy4+TkAzwzjsgesSDHFT3GSKolBwdjTmgyyN5D51vID29tsQeLRk+sb9I7wT7jWizz2raHK55bBZIfJ68gM95LLQt5RGey+Y04xqp0lNxnZ5lX8ITvLbos0Tw54gcrGlxYhYW1eKPQFODaxaZi5i4phP7w3sFO/YJvaPuTYRCs/sQIWljDhKxLmrdZ4hQrxLyMAf51aI6+XO06JQusGdA9UiehX0Di3VkBpAcavDaYt0/5jeOzILNjTnhDWN6Wz1H4zp4QnIp9geIHj2va58hAsunOjfoGzF7T1u8+h9xydny9Rd+qVx11VZ9E2ehxfuzfbvIHe9w2ODNnn37KnnIt58jX/k15+qbP6K/hOnOyAn+wesA2KZH+xwyoVGoxPT6tST1Bx1A6Y+eGtAamIs0C/mkM59vW6p4L6vRGdeB3gH3JkKh2X2IkLQxB1H071G17jNEiK3kHY05YHEk/hyNbNdv3uMn2B/g7ZE8C/uOaBMzEK9IDbq8PJijIgJ5AWahsNyV8YPuyqAy+TqDjiJ4gsQP9gdoHj2PtWrMgqZ2cG+pwQQ/MQfUHskjJT32zPl8B+Y7sNY7sGWtbrPZMbsD119/vZx11lly+PBh/YXYhsE/lpxsoOeLKl+sgX6ParL8pswPECwCOWjuvURQqfntCDWgNTAHCB7JB+j4lPoneGKBbwTNHjdJ24s6oj0+q2lzuObRFuIcuYn5k895zHepik9EpanH4DUw3KBLE66lYeigG+jzaPeUeYdFaNeqMQOadl5L6MBa0dMWN3FiT4x7JJ8A+4PeEbwjhWb3IYK1MUdCBPI2te4zROi0dQTtqmfbS0O1Tg61LNYn+OMZMQPmIybqyTVN7bWhsTPb0lhXafF1zueJJuZPzETyXariE1Fp6nE0ruOe7IWcaPeLvVLESA6qey8RVGo+P8lPRW5/3mG59E27ZP/+St74+s/Lf3nUTXYb7vF1B+Wzn91qt/WlL98rH/v4NtPjaffuDXnrpVfLB/73v8qlb95tvXH9ZMh5HURsz7xe2rDgGnmNz9alBdc8LkStfJ5oYvmk3eXFuOJeHuPaiJzrQG8r3pFCs/sQwdqYIyECeQQNVPMZIqjUHNTQCCTMAfkEOj6l2Yne+EbM1j08mqgn6ghSjYbmiH7kthDnyE3Mn5iJ5LtUxSei0tTDr9M7N/Ea0ZPcvN2DopSzpjADmjZf66kBraHt0yyEhJ5Qzul8B+Y7cPTvwPymztG/x0flCre61a0EXve618kb3vAG413veld6rZ4vqrzzDgx4FN4EAsQBmAHRPiJf9Img0vLAD5bK6AzP3uaex9c7p4vsEzQVe9yiH+19UoMu9R3uQwTrZS5iYv+JWSh2uR8N5MSJ9Pq7F94T7i2ewLhHu6f4IDp4ooFrGpmB+HxTR7RNEs+WhxQ+omehRcxXVv/wffY6sF+nt3GxmHgyh0wE8gGS+dCLHkqxxz7SU1ofeA3eX57z1tyYEm+wXvYHFET3JAf0mmamrgmuEQGtedzMg4n9J2ah2IUPFBuGF/B3it1cA4oN6UL0I7dV5sGK1qmlMwOtrlO2fNXLvyjP/Ikz5fsefyu559ffLOeee1he9LwvygtevFe+/wm3km+64Gb5ijsfkrt/1cHkHn3t19xs/+bxzp0b8pIXfFHe+rZdyfrJUPA6iNieeb2AFfWJz1E0qCUCs8T4dQMtwnrz+UnR8kDKET1z66aN9LLezMn3mVlaSlzDWarFLPFkjk4ikA+QzGsv96GtqSzJPZU1f/B8r2iZ7NUfs0f3pAavCxEvlohA3jxu5sHE/hOzUOzCB4oNwwv4Q2/nxGvgB3h6bB4/osPzhTe4ppEZ4DWkpR3UYIWfmAOv5zjfgfkOnBB34Ji+qXNCPOJbyCb2799v/5bOox71KLnkkkuMn/7pn04fXc8XXb5oQzLAF3pIxHzBLLAao+foBn5gxfRTx88tNuGJBb5A3oCngxhz6gLuQ4SkbaQHM8wCeSSnCb6xaWSe9WrPTvTGExKbkgc6hGZmIUj2W6K2Zo/ZZz3GoUKOD2SX8YHs4jgRb0i68QQXPffoeiHiB8kys5CI+YJZYJUYQWvADxphfIIn3R7JG/CERpieFH2xwtuhrsnN5DR7LTGT8UDOkfXRxkbHS+vNHHjBoMeEa+EHiSfzkIh10dKZdeqOUz689IVflN/8tWvknve42e4F32p/5ZevNe0eX7fQvvM79tmanx7zPTcJb+hQ84bPQx+8n/SkIr4OyG3zrdeLaZzQgbymmalrAhqQNzAHCB7JB+j4xH58IGoTc/whGWt7UjtJY77AD5LVFefdhwireiZzWuAFmnYP9tpVJykdbzwdnGJOXaDjQx+zHj2n7iHro/2NPtJHR4oHXlBsYGHidfADRhvwgEaoEzSoSwKzQO5Qg9cWmQMr5tN8B4bvwNxxbO7A/KbOsbnPa78Kf+3qrne9qxw5ckT/+6Tw1696vujyzjskG+MnU0D0SJ7BZ+MXezRI2vEBRI/kI+h4xZmJXj6KZ8R1i3gChd87r9EKRD/ypI15SMRpxTo98YLiDvxxFxu6C/hBsuKPmQjJ4nCBHySd+ESSxeEivlabbvdDICdOhH1CMoYX+P2MedKYFu5DhGQVD0jEcsE8j5kYSSbwg0QcVxQ9Gd+kp1lwiuAJURuR+z6TVvchQrJYLrifEDvwt9p9iGDitBNeUJzi9QTFhu4CfpCssD9A9Eg+lkOHxP73TXO8Zd6HwuuA1xGw7NH+JIAJqqzwWtIpASwa8Ik0C8NJ+/OzmXA/BHLiRNgnJGPutcLnJT74AXkDntAI5cRnedzkkWQKP0jEcYV7ZrvX4Il/4o0nIPp99RqtAD6QLPscEZLFcsH9bK823u5DhHbjiBovKLb64y42dBfwg2SF/QGiR/KR4AdJOz6A6JF8Pcwu8x2Y78CKd2B+U2fFG3cijF155ZXy9Kc/XZ75zGcar3jFK9Jt9Xyx5RvWhn7TaKPvEC08dG2R5M/Mt1fQDJ11X/zIrRfdknEnvOgk4uHgabA4Br2ut5mXFhZV73iqpsvLo10vV5rMvLRqos50fHV97NH46ECTb9JTrewwP7y08j0S7X6qrvK0Q2eYN3TSYq01eO3S1QAAEABJREFUnlrr0qTD9qkTbb9Y06Mtkw5mEg/dG7WZaG5x4qntyeM2T/cjwghfvGgj4uHg2UDDCPCgjZige+n40qjQp2HUQW9Dj+c4M3XCQ5s1W/xJLeqa5rFrrS2TjsRPJ/2xezRv1accjacOWa77Svy01qXJR84LX9vjqp46h0cb82SHuk4Yy8bBg3Lkz/9ywZ/9hRyp2WhFdLTJvO/PZaNGNE7ivX8m2X70mkrj2njP+6Sq2aJxLfzpe2VLzVaNm+Ld7xGbJ9Zs0ziE/rYofTnwGlGa15CuNrnq9lryqGtTDnvN60D0a+e6POno8zQj9mrJtJP56qzvj8dNTjQnXbM44oQXbUQ8HPPCB2gYgHlvIU9Qj45v3UxfnQ4Geht6PIeN1EXn6dNs8XVeC98jsfj46zltD0eaNp7aazmxpvFNR3or89COJNZ+yV61Z+phni2vTXkGr5y37U97LE44mZf2szeHe2m56xrnY74D8x04/ndgflPn+D8HK+1g3759wj+W/MIXvlCe//znG/z7OolZ6Qs4OiTNy4Iv4stqQoYnhBH3IgJLRCAfBD8IjcwCkkfyDswBC8Q26DX4QF2uFtw/TOMJQRqX4kUnEchr8IO6tEANVow5jfActGl58I0+zrAfiNrovO2tgzmvnKat+QNPyK/aD5iFJWkeG/PgjeTgtcZJe9L+7JHx3LQvnhAuiCcgxeg5ei/4QWhiFoJUTpkF7yB3XNOIH2i6uQPvlgO+0JL7S3wioRsvCJK9ttpa85ryRvw8r6PPEKGWxwX8oKd7sqd74Qtea3QvjyrlHzcLOfCDsIYXIHkk78AcsECEdk6t4AOarn7gD8HhaHlGX3InXLo/zewTj/6hsNqat5WWhh/Y2tRTyys3PtkbT4hmIc/5dbT2PDUUfDrzoa+Y4gehAR9A8kg+CTwhDOEVYclr8kHwg9A4ep458FnyiOsaR3tqb++Bf2hY2dd9iNDj6dcghrZu2vKhwWeIgDaatl+7VqPJnjpjB15gxeKU88ppi+75PN+B+Q4cqzswv6lzrO70mq9zzjnnyEH9jam9W65fcInPeMYz0qvk/qSO9qZN3arzRy27LXmF60FYzXmhQWgrp/gBHXVkFkziVIL+SOxDDzV+EKS1ppO/4fn+iBB2wz7BJbypwbXeiB9ok88QQaVxR8/rCJ/IOMNWV70/IUJr2Uuu4/lgxCeiA8yDpuKRvANziETwx08OvqYRH9B0tcO9V5suT7FPCB3sE3gNuUwNXvdG/CA0MQtBKqfMOuUue25Ge5Z8uE5pbaqOV0Tn2V9EJTu4t66b4CfmPSd6TQTVfM6jSuOOgdcQfhh5JJ8E+4OBIfxhoG2xjB9Q1ZFZMIlTCfoj9HEPXKOuwQ/qMht6RXwLDTzXhaVheeRe2TsMG2pH8PQZIujq+AOfTDc+zp5/eaGcdsXTp/PPz1jMEHvYo2ujufKZsqfA7lonRuiP9e5PPUva9R7VctCLTpzEp39MdhfYVevEyXzmx2XXBHZq7xBbDn5GpPU68Odehj6Yi8R+9FCP9gwzU9LJn6O+PyLoxXyPHlVqjpzWLHpS+9j9rHOf8+itg7Hn61H0Ih/0yjWwP2DNI3mLlf1bPnM534H5Dqx+B+Y3dVa/d8d98g53uIN+T6ga+BM7yaY2jiRl5zfD6apVfMMDK6ae+OYCYS7nhRYJ7d0UP2CljnGWnKVIo9EfSZqaLlOpIiaOPfk1BvrxH2hZLrunx+VK89tv/IAlIpA3tGe99qiNPkMElfqPMFtqxCdS6uvV/ToeC82TruNeHtUzzpOr1BzUYILPeET0nOi1RmYiKo0/3Ksw4b6F5bzsnkQIXTm/qJFbe2uu+VqCDta0ODEDVB7JOzAX6TQsBXxgqUzIjsY1lp7Nn+JifxF2SO3R8869w8uatIPcUU2V5PNdpeGD+YGu6DvQml/mGpBfbdR4HfJmIZfgB6zVkZkIS47rVtMfMVFPrmnqh895dH1UxG+gEd+BlnQZz0hYxSvCkteeE5vXlBV6in7kSApHnKcuwhzQ4JE84F5E2Tgk1ZEDt2hEH1+J//j718g3v+Yaee6fXif0HDp0QB78ewvtd//2BtPQH/mGL1rf//7UTaY9+LWLHmavuGa/afSdcIj+PNl6HfC8Ay8Jj+QdmIvEBvRQ4wNBGp/iBQMTk/zxi6g38zl0qfl6Td58Xvq8iXry2iNSCy37jzBbamzvsdTXq8frkBea47UKLbM834H5DhzlOzC/qXOUb/DRsv/CF74ghw4dkl/91V+Vl770pfInf/In8tCHPjS9XHWMn17exYd0F52qUiWiZfnAD0JHnCUPS5Y2GnOA6pE8AzORTMtaJL7xjTJiv5Ew5PsMkuQ08Xn/Ruw1g+TEmux8vZYE5iAR88Voz9w414DcWkbjWhk5lfCDVLWKebBCTzxP1KClNPeSeZDw0ap9hgjLzoHMn6eBtsnLvj8iDBiwZ6DNoz1+BMd9iOC6RmZAU/FI3oE56Cx0BXyguzJCGXmNEU7LFjwjyxV7zOyV15DL1GA1cyREIOe5JwfqGp8hQi33h5ZHX/Noz7YJ14C23qrxj7SW0xI/CGqcJQ9LzX02jTmg8EieAZ9IpmXTUnzuB83YbyQMsM9QWooGFB6FeQSHGqg9kivMgKb9B3PQ32Wro/ys85Z5+rpX3yjPe8Auedd/2SNfc+4W+el3H5AX/6+b5Qlfv0Pe8Zg9cuk/HpR/vPqIfMNv3CgvftBO63vqH++Xz16/IR/83BF5p869/dF75F6/eeMJfIP0WW69HlQRYNMeyTswB52FroAPdFfWq4z+HGXfkbAN9glBsvvRaMyxSAS+zseavMZniFDL5YAflDuaFfygEaYkXAMGZvB3Blrn5fkOzHfgKN2BY/xf/UfpUZyCtjt37rS/fvXoRz/a/pHkxz3ucfKWt7wlvRP+DYQI6er6K64BA858MwXaPJJnwQ/CIjOA5JG8A3PAgkfyDPhAZmnt0qjr+H6JEHbBPAQp/e2QLzAH1B7JoVXjByz1whz0Ni0W8YNFNfE88hrRdfBaeEIcCrnPx+h58TduzLc8mxnWxtLyGBpb+RojroM3JHtgDhJRCzTQ1A9mwetiZA6KDcsF/GCpTMhGXsMdR10Hz4gPa2QeNG0OamgEEp8nB2piwGeIEJbyKR6QX+2oozw7UypwDdC078Af6PFIngU/CIvMAJLHdk5tn58+69EWuid8oLsyoAz4tqcnXwN/CEY5DzQIbdI8/ta89bQ0ZsHW+k7MQV9PvTbKr+69JYbPXHdE7nb24sfpB955u/zh3x+Si+++Tb77jfvkTi+5QX7mvjvl1rsrOXNnJbc9fdH3l993mnzZ6fxn8OKO3Hx4Q/buWOQn5JnXAoTN8bxDkPIpc5BfTVT8IBGPZ+H7JkLYC/uEII37Wazlw7z7EAGtFzygt2mxiB8sqolnrgEDY/gDbR7JZ+Y7MN+BY3cHFt9djt315iut6Q6cdtpp8uxnP1v2798vD3/4w+Wqq66SN7/5zYn7hr+7ToRktb9Y6Ysy14B+6+Q3GcsfaQpD+AHLdWQGTOJUgv5IqU91/EDTaceIb3Ztw1HXYd8MEoE8g3sRIWlhDhJRCzQgVTiYBfJemIPepuXiKM9l+zLjGiPuLf7AoEfyLHhGtIkZ0NRelx7RHDRhjoQI5G1qPZlr95Tqera0vBada8CAWXb/zEH7OUGD4JmdD+tNylykWegmoz27o6MVrkGzR/Iicd/k2sico6Ud1CREIG9gDhqhTtBAS2YiKvUfzEF/1+ZXuQYMOPneaSMnFsEPaKgjM2ASpxrX6lLs85MZR8ofzEK54zitDOzd90yEZJel2aD7DBGS+VwRZu3+5npqbZRf3XtLDIf0B6Yj9QM7rF8jd20Tuf0ZW+T6Hz9d/vFJe+X3PnRI/uozh+Xqm7Sx7vOAcsOBDcHj75+41+UTLtrPk7wmws543iFI+ZS5SL7LVPzAiiknve9T2kf3sm+aiaA5+wNNm8NrIjQLJMwBOXhOBNWYiajUfzAH/V3NKt5NMSUZeQ38AWuP5DPzHZjvwNG7A23n+U2d9h05CerDhw/bX7164hOfKGeffbb83u/9ntx0001yxhlnpLv3f1OHb3aQrq6/4how4MwPMRFrZw6sCCc0QKpjnCVnCcgd6uS3l/Ws6ZmTz3nMtKxN4hqDZuw3UhhwLyIkbT7votceVfcZIqjUf4TZ/sbF6ijPRWt65jqpkq3wj1hTaRY9os1xtpRrW/qbcDxMbJ1qve3T6uqWzEF3pVfhOr0NvujeRHC9EPEFlj02n0uI4D5EQKthBig9kndgLtJpWAr4wFJZf+b+ROi9Qtw3uTYz42hpBzUJEcjtXpIwB+QOtaMaMxGV+o8w29+4ydWR14l7J7erMmtJ64QOyHVkJmJLemprdk+ZcbSndMRZ8lJfouObCOOKUf54RwrW7kUE2jw2j99EVaMfueqq6lm/lOnZc03LB3NAh0fyDKP8MnO3FOnZF+2UB732Jjmk7+zc/kU3yDsevVt+/8MH5XFv2ifb9afsv/+3w/J1522V+95xq7zyr2+2vr2/cL1cq2/m8B/Ae3dWcvqOSrZQyAn6wWsAwvZ43gHJYzunbl6fzIOJ+RM+kF9drzrqOuw3oltgDjRtDq+JYAvMkRCBHMgjqjETUSl/MMcKEchHgPeItm7LyGvgH+kazcpxvgPz5U+BO6Dfbk6BR3kLe4iPfOQjZfv27R3ue9/7Jo+08n9Th3faIVk9CgXXgAFrfm6JWDtzYEU4oUGUNO/M5zTmQNfEI3mG6EeeaVmbNMqf/UbC1XPzaBDaxB4zHlJ/kAOlR3KFWdC0/2AO+rua1VGeTXdIuAYEqS/lOmA9pTl0sKb0xGyEVa/Jm3vJPJiYPzHHChHIe8EPepu6i6O8GXNvIqD1gC/Q4jF5/LZQr+AHaDWsAKVH8g7MQWehK+AD3ZX1K1wHep3ZdyQ052bRwNqYIyECudOqfYYI3laMzEOxYU0LXAMG7NhzxNpLc+hgTYtTnCVHjdHz5vVpDY1K1YHVSKchJ7T2lWvJaVwnpyca3pFksVvgCax47Dx+97OmpotKqMCKvlP06OvTtVF+2ndLPZ52wQ7h38TZpj9Rf+GZp8vZe7bI9/yH7fJbD9staJd99x65zWmVvPBbd8kT7rHDtBt+4nT761if+ZG99pyc6PemqvRZhrBRVZq9k/tSzE1jDqzoPzEL/V3rWR11HfYdCZfOzaOBtTFHQgRyIAfyGp8hQi13g88RoduRVXo9OxNB4BoQpFyKfyTXM2vzHZjvwNG9A/ot6OheYHZf/x144xvfqL/42DAuv/xyu8BZZ50lT37yky1vTvEd9pg3DeWEL87l1cIK14DCssv+bj41ObEIfhAamAEkj+QdmAMWPJJnwAcyS/3SiG92/QaFVd8vEUJbbp9oENr0V7Kq+Gx7n67XA9ppfxe8LsuBOa34eYYAABAASURBVCh3JCv4JsLYYsI13HLwWniCD7Rie54arM3niGBi/tTM5Jfz6oBnfmiiyjVgYIz9Q9LGHCSiFmigqR/MgtfFyBwUG5YL+MFSmZC1X/sDo6Ouw74jwTM3jwahLf38TBaWhc8QYblSyHxPheW1ySOvw56B63okz5LxZAbo90jeIc6SdxqWAj6wVI5ONvl7KPuGge2wd0jamINErIuWzizUq+XAHJQ7mpVRfk33nJycd0Cf5dbrQRXZGPNgmIMRvaM9214Tv863x4u175sIoZG9htJSNLDCT8wBNfv0nLrGZ4hQy+WAB5Q7mhW+Fo3ybCZCwjUgSLkUf2DNI/nMfAfmO3Ds7sD8ps6xu9drvdKnPvUpuf/97y93vetd5RGPeIRcc801wp/gSS7CNw8XYu5aIfINoLDUL3MN6O+y3+z4NTwWR/ADGurIDJjEqQT9kVKf6viBptMPrjFyavQ13JMIwR8PQIrRc3SDOceE+hQ0nyFC3VEOYbbctFjBDxbVxDPXYcQjeQb8gSWP5FnwimgTM6CpvS6JgOZQC3MkRCB3vK5jMuc9Q7GeHWrzda7h+ejINWBgAG9I2piDRNQCDTT1g1nwuhiZixQbRfADWfWD6wzMur/H3nb8ItrMXA5dyu/f561BJ6lbuarNLDnLveABvU2LRfxgUU08cw0YGMMfaPNIngU/YLGOzIBJnGpcq0sR+iNS/mAWyh2FFfwLS2uR8YdgFvfpORFCmySPX8IHfqCSzxBBpf6DOaDLI3kLvECq7bKxZXcv8/ry/kh9r4gnBdVWsdeZLD943mGpFDJeP5FCGzJ+QD4ZrjFyaPQ13JMI6s9sRCWh9ug5tcEcWKEnz4mA1ELL/oM56O9qVjt7alYGEq4BQ2267tfwqNJ8zHdgvgPH8A7Mb+ocw5u9rkv9wR/8gZx//vnyrne9Sy699FLh/3x12WWXyfvf//70Ev5v6qTqYLXyu+y8mw8DV8A/0tuOH9BUxzhLzlIW+iPZpoWIT2ShjjxzjRHf9Ea6LdrwjCxUO/s++cZJjkgE8gafd8Frj6r7DBFUGj6YH+6yP/kz2rPtxzWc9lqo8XeCnE/dz6N2+axHlZoj0XzGY9OlCZoGqaPPeWRpFOt+DflF633Z/jz3tUyM+ybPtCz+lAkL+AF5DTNA6ZG8A3ORTsNSwAeWyoTMrzEwgj+fUwNti2X39Kgq8xGVmsN1E5ghIYI/7+QR7fE5jyqt7diUp+9zYDd+DY+97dFzY8Nafc6jieGEbqXPejQxf2Imku/anDr6dcRlfM8e0WrYZ53a11NyNPCcaJ/bltQn9/KocpzxXOXyEWY7/mEKL7jptk+TG+/4vOnc4ZflxgncpL2DnP9LctMA+3QdYh/1vtv/onSgN6e3tP1aj+J2vyD7lP0KsQ96RnPez4v1EidwoO4ldrjtzwnakW23XX7dr59/nneg9EjewV9LHjsNSwEfWCoTMvxHtG/285P9RfCj5tJEIG8+b9gXrPtrPZ52of4T+4H+rsIq14DCssv4O67Ncb4D8x04tndgflPn2N7vtVyNv37lRg972MPkIQ95iPGMZzzD5UX0f1NnUYn4NxQpf/DNCcodPSv4Q2jJeaFFQns3xQ/CSpwlD0tpyhygevQ81qrhE1Fp/OFeHjOT7p1Zykt4RUJX9CJniQjkDT7vQqzJXdfILGg6fLRmSwP4QWm9V+ca0Nu0XBx1HfxgOdZkzEMjaEINmop97jDriH54TtTSD58hguujYsurPYMftPXe2j2JEJrxgiAJNaB5JE9wHyKERWYAySN5B+ags6BCS8cHdCVzDEh4wVDbwHqyjF8kLLJPcIncMY05EiKQAzmQ1zBHSgTyUbR8cjP4QW5tUMMfQmPOCy0S2rspfhBW4ix5WLK00ZgDVI+ex1o1ZiIqjT/wgp4JvHuWu0v4RUIHXo7LsSY3nXlL6hM1UHokV5gBTfsP5qC/y1bxq+xtJ//PuoHIL5ycCXPD1zii+1EWG9K8uw88QN+hsHVyxzSf9cj+2CuxBXPMEIG8l4JPewYvp71Wrnnc+ngL18j5RY088cYHeMxEXgugd82P5hapQK4hfzAH7VU0CDo+EKTxKV7QMzHZG79I8MYLkGL0XJizRVU8z9WqaYeeRYggYz6iZ08/ftDTUl7iGlDusBX8HRPm03wH5jtwzO/A/KbOMb/lm78gb+ps6Dvnbd73vvel5tqTClrxxRk0LR36Y0FpqV/nehC63Isv9i6jgde9ET8ITcwCkkfyLD7rkcdODmEAHwjS9LTl6Qbxsbs2GN2LCGGAfYJL+FODa4NxwHNwnvs40MR+YKAtv9zaX75Jpv0AhCdI/qN3rz7n0R8/NQTLXp/QV0zdu9iw4gL7hDDOXoHXELBEDeSD4AehkVkI0vT0aHj27MIfe09LusT+ImGVxw5BsjSn2YKf8PO8jj5DhFoeF0a8jiZ7+pXZK3itMeeV07Q1f+AHYZV5QPJI3oE5YIHIYwdyQK/BB+pyrWHy6yhenX1C0NgnILk3NaCNosdz1PyIJvaz63Ovkr2feMo4PvlU2bsCp+lMPz8sp30SnqpRuULzFnu0nsQ/P032FNhd68RRXPkjYn3EHnbp2nR+VHZdqXwqz07VYZdGh7rIp58uOwNbbv6UvufDM718QVDBUunJWq9DOVk+P33fRAgPkccOLvE5Sg2uZWPLhx6fIQLaKLiPIxoneUY/9gpRm/P5Dsx34IS8A/ObOifk07KmTfV9sWfN0cvxzQg0FY/kkwh+PocXUBMjaINET3IdcA9Nh/fKTMSG1AGNvEaVjle9ND7gCWEC31COT92HCGESTwiS7b2txfUkxw9U9BkiqDT+wAOYIILm+ERUmn7UXkIEdWh7Uqs8/sAnopN4gKbikbwDc4geyYEaPNeID2i6+oEn1A74QV2uFvCDMI0nuETuuNYb8YPQNGmeOeZzsFYz2bOeS4JfQ0X8NNhz7jn1aNzLow7iE1EpOVhLhHaBFxoRNGcmotK0A5+ITrufpvb4iZNxzzDovu0YWvrT6Emu3e6laf9e6Y8wAK6R10TPWpoeWr5Hw5NNtX29JrI+SNinzxBhcNYbgod4TtR1fBwRMjklP37rbw/Kz77ngPGi999s9+D6mzesfuFf3iyHj5gkb/roIdP+9IrDC0HPn7jmiPzZlYc0Wxz/dtOGfH7fAjxfon6H9b/Ir7pxw2bR8Dyi2us+kl6Xa/7uBw+a0UG95lsvPyRvrq/JHFx/QAetY+pJn9/6efdJVcY/68xGMPGavGaSZz3TCcHX/YidvjECXvQRQXO8Iio1h+uNkEtqHyGC9vicR5XGH3gAE0TQPHqRqzT9wAuYrCNejsmcZuY7MN+B434H5jd11vMUnJguI95d5wtz/MayjgdSVZVaLliHHx5VpX6aVFWl5zUd6lVVlVTYaSSsg6qqzLNa0Yw5iONVVW3KM3o1uXqKUlWVEA1Z4YN5HVMXMY+6ljV+VJW5N45p1ci9CTMJLc/e4aFF9TJvjXYPvL9duz4yVlUlFb0aCVOx2dZQVVVSVQtaS6uXtV9VVaLmspYP9aqqSqq1mC1NqmrhuDgv9bEZc47PVBWKV2uKeAJ2RId6BWyHm/RoX7aqKqmqBe21VepKh6qqkqqOGtZz4Am4aSQ0tOtmYTipqsr2OtyZ76gyclVV5lll1laW1FOUqlJXZ6oZc3GGGhpt1TcLGoOTNnmDvrny7HvvlJ+6z0552gU75MaDG/J9b9onP3HRTnnk3bfJEy/bLx/518Py6euOWM+7rzgkf/9vizd2nvCW/fKYS/c3j/3NHz1obwL96P/cL8/W+YfeZZv82Dv2y1U3bMg9z9tq8xfdYau+EXRYXvuhg1b7dXnD5uffd0A+eNVhOaj2vKHzn+66TZ554Q45Y2dlvadrbC42KVk8v1VV6UtpwaTxvmb3pEdzwjqoqmpTNkxDNKmqthJXV8zxbLOKFR46ZzskB63XcVRVJZUaVRVnTeojrWpxDvMdOHXuwAn1SOc3dU6op2PNm2l98Y3ufCEGNI9CPyAOwIzjre3adPzAitVO+CaT+EEiTivwBJtyLyIgEh3qHtyHCNbqsx5N7D8xC95F7pgWvchNnHbCjwkikCfgC4nYX+ADdHnsfS21/JkB5h3qiOnMAYVH8hHglW3DB7KL40S8IenGE1wkd1zrifiBtTBHQgTyAZgF2mL0HN3AD6yYdnIvIiTTK3q6B35gNV5AESM5oPfgPkSwVuYiJg6fmvm6lRqsdD8rVjvhFTEXfC2pT+26lkvB/VgnJ/Z+flrD8sSM42q7Np19gRXTT3h2pvCDzsJ4AV+wCfciOiy0c7Qe8ANr8VmPJvafmAW6iBG05PnB18RpJzyZIAJ5wgq++ETMDx+w4tQ87Tsk8jh9E+d7/8c+4U/WfPTzR+Rx/88O2aY/Yd/ujC3yaw/dJeefuUXedvkhoeeSu2+Xr/qSrcKfrHngV2yTn7v/Tvnna48If/rmz688LB/SN2Ueq/Nbdf7Ot94iz3/AruTGfuwLR+T0nQsJP+DNHJRHf812ec57DshBzBDWRiVV24vnHdr6hBpPsBH3IgIi0aHuwX2IYK0+69HE/hOz4F3kjmkTvKw/c3I/j52WFa4RvcjNs8+HNWtanJiBRbU4U8Oiqs/MQV3OYewdmPvmO3B074B+yzi6F5jdj94duPOd7yxVVTVcdNFF6cV6/qQOv3OBZIB+SMR8wSywWnFSqEHT5YEfLJVJmXtPGhrRzD4haWWfoPfUdHKwonxyHyIkncxDIuYLZiG/2lJHeram+CcP21K+9nuQX01U9gyp2FGWy6290wnxuaaG5ZBmzIGmzf9VgnyA6Jttdc/s4rDIPqG306/hsbdZ7HnqeDILA7MsMwvkwD2gBuoG/KARxid44VucmPAaynng39HZq/uSQ6cpFYo+tDEP5AP0PlZmR/rQWoK9Qmm90f0eNEI5wQ+SDvYKiZgvmAVW/R5QA1oDftAI4xP3HT8xvpN9QjLR3ic10OSRvAB+kCwzB4mYL5iF9mpOm/K1LvplvWID+YTXEe14gufEVfdns7eQ0+5tIr/1sN3y2w/fLU+9YIfs0J+s+dM68eHxJ2Xe8t175Dn32ymXfeyQ/MWnDssv/dkBecs/HZLf/9BB+cE/2i/8SZsH32Wb7Ngqsu+g3+mly/s/fdj+OtXZuyv52ttoky79tl4T+FM9WsqurZX81L13yU+++wDlSUHnkfJ5BP76JIeBR9Pxod/niIC2Wdbgw16huBVf8HvgdU/ED5IW9gqJWBctnVmIX4+poZ5YBOZgUc3n+Q7Md+AEuQP6recE2cm8jUl34Oqrr5bPfe5z8p73vEf4B5Lh5S9/eerR882AL9qQDNAPiB49r2ufIQLLQO5QNzAHCB7JR4Bfb9tEP7zwjKA14AcukEdUZ1ZDcqBF0kVdwSMR00I7JJKuZir8ILM0JPl1hvpsfeS6jfXxAAAQAElEQVQ1sp4+SwQMiQ51TZwnRyYCeYPPemwWyknHI9eKH7pH8glwDegdcW8iFJrdhwhJG3OQiHVR6z5DhHrVAjVY4SfmwOsJseOVm53ojSdg5ZHcwAus0BM5aCp1ZAaQHGrw2mLdb3Oe20L+1JnPtbkPEXI9AxrXgYG2xfLIa+AHi6H6zCxQevS8rn2GCCwDuUPdwBwgeCQfAK+BFrHnSaZ94BtJptv7o45oM7MaksM1IqSLquCRiGmhHRJJV8XWJH7gB1Ebmft1Btsn+EdPcvNu5hvF5FP5dJezt8pv/M1BOXB4Qz7yr0fkMZfuk7/6l8P2Rssdztwi5+ypZJe+EfR//uWIvPMxe+St+mbPdn2P5sPa+6A7b5Ovv+1WecVf3Sw3HxbhjZwnv22/3c4LbrdV+OtUD9SeeLdtMZy+9jZbhDd+rlv5388JZmPS5jUwpnnRw/6ByiO5gR9YoSfyCFKNhubABxqBhDmPnlNnYBYyS6nkPkRIV0dVXAfGNY/rpAsST/YHiDGSA3oNs0AZo+foBnNA4ZF8Zr4D8x04rndgflPnuN7+1S9+zjnnyO1vf3u54IIL5F73upfx1V/91alhzzvpvPMODHi037j5jEdr0I661gwl+ZMErrEQc+qipy2WT1V5KV2Z+A2F/UXMrH5slscTekTXmNWQHGgRW4xz5CbmT3GWPN+lKj4RlaYevf5uxjXIPZL3gCfQ4rF53vEAf57IgeYaZoCSyHNPjLDW8TRxTSf219rXWGffZ28/3pFCM14sEYHcHjeJz5O3YU01nyGCSv0Hc9Df1VnlOeqIJYF7W1pr6ew5YsvszzGhPkWNXGWf1bQ5XPNoC/RHTCyffJZY7tKVCZ7a3Tnwh85CFCZeAz/AwqO9pvAxsVZ5ntBA9VrNfq1nDbRteTAHKB7Je5j0OurxyS2xv4j1lPaFHtFmZjUkh2tEsMU4R25i/sRMJN+lKj4RldZ0bMom7p3czHyf9kox5ZQ7vfKhu+Qfrz4if/dvR+QfNPInbd50yR752Bc2hDdrfufhu+2NmsffY4f1fMuXb5WvOXer/M6375Yt9SfB73/HbvmKW2+RvTsq2b29kjd81x65/AtH5Na7K3npt+2Su5y9Re51vr7zE+7uKx+yy/z8ul962hZ57Ndut46fuNdOef4Ddlq+c2sl/LUsK47Wia8fE7x5/URslNeSJa0TekSXfVbT5nDNoy3EOXIT8yef85jvUhWfiEpTD64xODPxGngCvh6zX+utQTvwJ69RpfksJuelSYS6ZRGYAyqP5DPzHZjvwHG9A/ObOsf19q9+cf6kzsc//nHZuXOnVFVldP76leqlK1S6ABrEo9APiA6145pGZkBT8djOqSUza3rPKfr1tC2XuMayGpVxDbDm0jw6WFN6amZV9pwIKknzuJkHKX/4DBGKnfgADR7JJ9Dr7z7uTQTXCxFPYNlj8/gRI/hB0JgBpBjJHdYSz5aHrbdOzLako1JyHeg1Z7+R3mYR/ED4YM6j59Q9MAs9LYsl/GBRHb3zxGuwd7ANMeuYUJ8yGjMROqk9ei4+65GGAj5DhELbQsZvka10xh96h7lGpLdZBD8Q/fAoPq+aHdQkRCCXxYkZoIrRc3SDObBi+NSZHxqZ4B2tuA6YVvJAB5o8khfAD2yZ/oiJ+ZPPECHfpar7aWrPFfFowvVG+LPniI0wC1acmqcvv9UWufuXLPjKcxY/VvPGDtpd9c0Yvz3nnV5Z33mnbxH+vZxzT+NuLu4Zfz3rNnuX9e5tYr28mYPKn+zhDZ9F9+LMv9PDNYDrbtNLn72HbrE3k/j3fOjk+vzJHfKjCheaeAF2CzZWmkcHa1qcmHEWigi16AcRNBVhLiLlD58hQrHT/YoNwwu9/j7u1/HoeiHiCSx7bB6/iari1c6pFV0V0DSJrqEbeIAV82m+A/MdOFHuwJYTZSPzPqbdgbPPPluuv/562bdvX8M73/nOxKTzhTis8s47BEmSd/RZ8C/avBMPaDXMQl2WA3NQ7jguK+wdei/OviHTFGc9J0LSzjwkYlr4DBHS1UI14FmYmiZzDRiYYs+QtMU5fx3RgA7kNcxCXTahozEHdHgkL9CZL/Q1ctxnIw4nXAd6O32/ROht1k9FXe94Mge61hyFPTMLTV8pwQ9K6xk9+3Ul05dIE6/B7OD+8QSaa5gBynZEa/A5IjQL3cR9uivrVyZdi33DwDbwhKSNOUhELdBAUz+YBa+LkTkoNqQLozzTEZHC6116PrgO9LToJ5x2+N499gxod/Mb7aaNOWiEbsIcKhHIBxnwzM1P/hwdeQ32DFzTo/3cgDAz34EV70DzWirN8/qEsM4MBKn7OcmizxEBrUDbr9B27GX2DQNXZv+QtDEHiagFGmjqB7PgtceOxhx4wxznOzDfgRPiDsxv6pwQT8P0TVRVJVu2bJGzzjpLdu/eLW9/+9tlx44dMvaDH/og6VfP5odmcl8kB619hggq9R/MAV0eyY8T7DnSuw32G9Hm3GzUyLVtefj8UllmrGnFTESl/oM56O/a/CrXgAEn33vS5nMefbGqpHmN1Vp2XtfQNSwPvCLLlU7GLHQWjoLAdaDXmn3TQATyDO5DhKSFOUhELdCAVOFgFsh7YQ56m9awOPIa7Bm4okfyLHgCi3VkBkzipFCDpsuj7rfXoufL1SRjFhKxr8AP+noKa0fjOnhCckn2B4gePa9rnyECy70wBzR5JC8wyrMwO0bGP9I7w34j2pybRdMlIQJ5g883QkhY05KZiEr9B3PQ37X5Va4BA06+d9rIiVLP7f+yJ8gNd35Zly//Vbmh5kaNK3Gnl8qNBW5SfSXu+BK5aSL7tH8yd3ix7Muwv9aIRc5/kewH7U16VDugsEacxO1fKAdGcrP2ORs7bmdP97pOvH4AP4/kWXiNRbSJGdBUYvQc3WCOhAjkBZiFwnJXxg+6K+tVuAYMuLJ3SNqYg0TUAg009YNZ8NpjR2MOaPBIHinpsWfO5zsw34G13oH5TZ213s5jZ7ah75Kfe+65wp/YOe+88+Tiiy+Wl73sZckGOu+uh1XWAMmj/cZNfdFKufcSgV6P5B3wAxY8ko9j7V3sNWIXKO0LPaLNndmWxrpKy9/8+ryJrRNrKjETUal8MOOUuza3gj8ORCDvwfdOCzmxef0wDybqiRw09YMZoI6R3GGt6GmL6SmZS5fKVWtf5cZ0ZdS18I6kFk2FFwURyO1xk/g8ueMaUTWfIYJK/Qdz0N+VrI7yTSa0GHkNvCM6ufxcsiKc8ASkOsZZclvSE7mj5dKTOTAxf/I5j/muoOIHQRqbco3BXrwjAwN4Am0e7TWFh4mqZnJVWbXffsdcNg5Ldfh6Y4vGhkPXyRZA80hewD1646HrpWq4TnNF/fpmfD/ZHryY90gOut8qopoE8MI3Rtapkzk8dM70GGudmUinz2fYn6GPt54t9vpMHX2fY/utj2tA7aGfIPbct0+8DiK2zmvHMaE+ZTSfpcPzdmSteX1mPGw9nHw+SP3pCM+Swahrub/HghleLBGB3B43SXvWa4/a4zNEUKn/CLP9jcdmlT1H7Krs0ZLWCT2iy3GWXKXmaxU1oNk9bc2anjkxE8m0LKWRnsuBFbJ4DfIBC987beTE5vFT4AHtnFphBjS1e+nRNWoDD6DwSB4p6bFnzuc7MN+Btd6BW9CbOmu9Lye82TXXXCN79uyRK6+8Uj796U/L2972Nrn00kvTffd8UeWdd2DAo/DOOiA6eKCBaxqZAU3FI3kH5qCzUBY630DKrYsV9rjIRp/ZM9hAaX/oYE3lk/sQwTqZi5iYP/kMEfJdtYonqUfydePeHgf82TPQ5lGYBcQIGgSNGUCKkdxhLfFsedh668RsSzoqJdeBXnP2G+ltFsEPhA/mPHpO3QOz0NOyWMIPFtXo8+TP0dHOi0b2DlaxP2h/nqOBNS1OzDgLRexein4kOnMRXS8dzLFGBPKjxSj/uG/ygc3gCbR5FOYAMYIGQWMGkIhbD/yL3OqfftQ4S2PD5U+Xs9bNx9Sz4Rly1seGOVN7inz8GWJrHr3348+UMwc4Q9cj9Fv9iWfJGStyus5l+eSz5HTjxzROY+8nf0wmc8WPy95AdWQfT3cHnv+INfB6ASvCCQ2ipDnzGiRGcoc1YQ4oPJJnSOYy6+uURl2L/UYGNpB4Mkc/EcgHSOb7evGDvp7W2uSv8+2v0S2/XJnsv7Q/dAgGyVyto5ESgbx5LTEPJuZPPkOEfFetDnjVXZsLXMMZ4cSegVaPzeNHBPw8ek6tMAOaSoyeoxvMgRXzab4Dx/sOzNf3OzC/qeN34iSLt771re0fSd62bZtUVSX3u9/95ClPeUr6KFRPhWXFN2tYKprxDRk0TQ40CCKzECR7Z7+tJb8liM0Decen1N/aV6mtreMPid72ooakqVu4DxGSDuYhEdPCZ4iQrhaqAc/CVP45KjaP2w1dkNi09+c1EUIzs+ASueOaReaAwiN5ATwKS115hF93aKFwHVhUhbP7E6HQ5jJ+4LVF5sCK/hOz0O7qaPhBu3Gd9Yr+nb2294QvBJ0Zx2Vqz5voc0RoFrpJdr7bJva1LqdP0LgWjBph3zDQjB8kbcxBFKmdoDMLQTrl0z+78rC8T7ni2iN2L7g/rvF/LEL8X59e9ND3gc8dRpL3q7b/kKUn5YnHCWzeY/K65/XDIpADeQ0zQBmj5+gGc0DhkTwDs5BZ6koDXt2BVOE6kKqtyq9BhNZyu8QPEp05SMR8wSzEVWqImj1PIz3jXMcnLsZ8BW8f71yj7UUNPqCRGdC0Odq1LfgcEUzMn7LzudYBn9xIW+Na0Naz9cjr4QeJB7PgoudEcF0js6CpHeSOCX5iDrw+meK81/kO3ILvwPymzkn85H7iE5+Q7/qu75KHPexh8uY3v9li8nB6vujyzjsk/bwJBIgeyaGufYYILAFf+KmBuoE5QPBIvg56Hl/Jnv1Fkr72/qgjSfOyiH7kyxXNfF7TvoM5p6/P1kZ6Wm/rNPoarbm+MuvJHhkiAjnPFzlQ18R5XkfIUaM2mIuY2H9yv/6uehXvOp0SsnttG7g3EdrrdY0XKRHIG5iDRugmPkOEdkdHww/ajeuqec4neLE/YMQjudHeJzWwWMfOjK6hgabLo+7Xd8TFkDV8rMGTfcIadtNY4AeNQMJewXOiU+s+QwRfPtXjXV92g5x3RiUXnb9V7vHqG+12XPzf98k7P3FIvu7LtsoDfu8m+ewNG/Kd/22f9dD3tbfZKn/3b4fle//HPnnBX9xsMyfjidcBsHePzecPrxvwz3lyoLmGGYhfl6mhblkE5iILdfNnPHHxSD4B9gm9I+7tsdDsPkRI2piFRKyLWvcZItSrFqjBCj8xB16vM/pzPsGT/QEjHsmN9j6pI9rUmam1js6crtnr1HPqAnG+0CLmJfqBH2g69eA6MHWurx8/SHrYHyB65PkiB/QaZoHSP0ep2UpQUwAAEABJREFUAa2BOUDwSD4z34H5DhzXOzC/qXNcb/9qF3/3u98tf/M3fyO/+7u/Kw9+8IPl4Q9/uFx99dX2V7ASx54vtnzBBvo9Jr/J4Ys+i05dey8RWI7Rc3SDOaDwSD4CvCDbOtHLPfCLmO5eRIcFzz2iZYh+5NbiMx5NLJ+Yc9pd6Ka5l0cTp53wimSnJ/q7H17kxOa11PZq19rMjKOlHV57XIha+TzRxOGTTpWb8AE6PJJPAH9IRtpe1JGkeVm4DxFshTkSIpAX8BkieBu545pF/MCKaaesX7RYwdc9PZodPn3QxLpG5jQkB1rEFumPmNh/co92F7pp0Y/cxGknvCLZabwhu9gV3Y8VcmLz+UnR9qpr7yVGGDlV+fNPHZYH/7ttcqezFj86Xf2M0+WI3py3XX5Ifvq+O2XPdpErnrpXvmxvpfqG/PYHDhpXXntEnvuem+UPHrFbfuUvD8jBxR/wkZPtQx9q86c9yW3/vF4iiO0aTWEGNG0O6ogtxHlyE/tPePR24AM0eSSfANeAzMhSwttZqp3MfYhgDcyREIG8Ta37DBFoI0bQGpiDRhifuGd2YpOeibd7ER0u6rlH1ZjTkBxoEVv0GY8mlk+d+brVdSvdy6OJ007u5zE7PdE/epGbZ/QgN1FP5KCpH8w4bc1ri8wBhUfymfkOzHfguN6BLcf16vPFV7oD/IPIb3zjG+X7vu/75LGPfWzDL/zCL6R+PV9seecdGPBov33oeSOIXocZ4BtAW/PaIn5gxRpPm/Rk72A7ci8iIHLvyIG6B/chgrUyFzFx+NTMa6vf20ZzP12z54o4EfciQmecx90R+wV8gC6Ptj/2i7gC+ETMAj+g8Eg+Au4ldFrxgc7CeMH3mUy4p99Pr5OmcpF4+iwRymPNis/zmIEF18gb8INGGJ/gN757WifeYFPsDyg8kkO7RmvhPkSwZeYiJq526niuZmNTeEVM3OTJ/bAhJ075/GxmbPDUPh04LLJz2+KO/Pg7D8i/f8UN8s4rDstCSe/NFn19fe/Xbhc4Z08lf/zxQ/LHHzskO7aKfPiqk/NdHR5nxB6xPk4BK6afoh+5OeAHFB7JB9jQddDQPfCB7spohf1B78DEa+AH5umzRDCx/8QsxMdNDckkfpCI44qOVxxb0dMt8Aar3YsIiHwPJQfqHtyHCNbKXMTE4VMzX7dSg5XuZ8VqJ7wiHRced0fsF9yPLnKifW6yXyumn/CBZBI/SMS5mO/AfAeO9x2Y39Q53s/ACtfnDZ1nP/vZ8ku/9Ety5MgR/aXrhnzgAx+Qpz71qalbzxddfgDg/6DlUU0W/ybEyG8kNpdebfkbPPUwb42Nb93LXJ2ODsyYn04Q254qTz4aT91j4ql1Y0YOjZBP8GKFaOgMnjB1rzavZkQN+XtqC95BMR6fIvr+PNpex1s1ncybnyrk5qP3wKJqqxyNnw5b7n5EtDpqOukwL52wiIej2qqHe3m0xx19Yz7yIualvdxP6HjqWt/h87HHNfycxjc2jszxo5XofsTNeOIHWU9bYIWkhntbp6XgE0SDGWXVvZqHXiyJ6re2x+3eeObQ9SmH7VN9PDb7VG2MD3Nj+k6Fnm++41Z5w0cOyudu2JBfvP9O2aVv8PBD1D3O2yK/+8GDcuCQyP1/9yb50ys0CTfktz5wUJ50z+3yExftlMu+Z4/9NaywfHKk+nrhtdCg9dTXUu6BNn66aHnty+cntV1D16YczCXUnqt4xeuap3p5ND+tOzEODeTu5THxGphl2eZIAq7ZPdT9ERvfuo+eOh0M3kvEy2l7DhplGoqeuu+mnRwaIZ/gxQrRYKYNDSOwee3rxOin66seiW/09HwFY3tedM683cej6qsc5qWDjbf7EdGV+ZjvwHwHTow7wM8jJ8ZO5l2MvgO/8Ru/Yf8o8nOe8xx58pOfbDzvec+Tl7zkJalH/UU3FevK1+rYfOHWZXIN0w+8IEziFWHJa/JB8AMa6+jzHlkqwkyERq/Ja9zLYy2PC/jRSQTyGvxIPZKPAp9IGMILgtS8+RO1Th79yLXBfYig0vgDD2CCCJrjE1Fp+oFXRB3anl7r0rgj+pHrlHt4VCl/0B/xLteoyTW6l0eVph94QT0ZvchrOQnFwn2IEBrxKhHauqn7ECF0uB8SObEX5nOEIXwgSOPTtrdOuhcRVJp2FDzxctqG6KYxa0nrhB7RZWYiKk073I8pco3Rj1yl+ZhwBz751L3yxn84KC/73zfLc++3U+5/p63yjkefJtcd2JBf/5ub5b9etEPue8dttua255+xRR7/dTus5N/d+aGv327/PWzCiX7idQPsk+hozesnotL0w/08qgOeGuwgByvGntzLo87hEVEpf/gMMXZQA1odox85S5OpvfwFgU9kkl/08rw2iJ7kyEQgL+I+RAiNzAKSR/IszJYIA/hAkManbX+dxMvRcvox4Il3NKUG05i1pHVCj+gyMxGVxh/uxUTIox85y5MJfrnXKH4rezM8M9+B+Q6s7Q7Mb+qs7VYeO6Nv/MZvlN/5nd+R66+/Xl7+8pcLfx3rda97nb25k+wi9yd14hfopHlR8McsYVFNPHM9CGM5LzQIbeUUPwgdzEbCUjf1WY88frq8JleiH7lK4w/38tiaXOkbHl6R4Mn+wCX8qcG1bHQ/EbE/kivLD2ZhqQxkfh972vCDnpbyUtxructWePyWDJ16PNknFC181qM/fq/DoPsQISyNS9270D3Zkz3iRQTyGrygLi1QgxWlk/sQIfQxC0geySfR4znJh2a8gLzA6NeQz+MXcV0jjxk0tcO9G405W2md0CHIPkOEsDScjngdTfYcvuop0fHEr98hT7rnDvm2f7fNHu8WvZHUcL87LTT+2pUt6uk/3XWb3E7f2NHUjsffY0f7S7DpJ+tJH77ASvvnNQ8Dw/55NNC2WMYPFlVyZp+QiLFgzsnpQXMfIoSl4ZTPT8h04uVklssS+2aVCOQ1Ob+cVrcvg/sQYblizzkeSB7Js7RmrQcNrFic8IFFNfGMFxTGeA1BYTkv4xcJXewTXMKbGkxjzpLWCR2C7DNECEv9aeE1FIfwg6iNztknjB6YG+c7MN+B43UH5jd1jted38R17373u8uNN94o/IPJ9kci9Ys6fw2L/715Yqt6b50sLgu+MS2rCRnXgzCS80ID2jySZ8EPwiIzgOSRvANzwIJHcmjV+ABLK9PybPtM8ncvIgQzfAApRs/RDebAitappTMLra582ZrNN8m4Pz1UHB69m5JDV2ff0F0xpX1Falgs1hnzgEh0qGvqzrqaGPDrGdm0d8sfP4iXpIaoFXP8IDQwC0HKp8xBbrWl4we51nVpk/zZXyRsAh9AitFzdMPnrdATtYZ4+AwR4lpvnvHK9U/yDAYb1XaZueXeA3uqeQ2BFf0nXkfQ31VYHXkNpkdfA09gKEP0IXeSVuYdFmJOrTCnwY6Ym9B3wqtn3b089rTml/CHsIoXBEmoIWrFHD8IDcxCkPIpc9BeRYOg4wdBWns6yd/3R4SwG3wAKUbP0Q3mwAo9xVxLDp8hAtogGZ/SzGjPtgHXgLbeqvGHljyX8x2Y78AxvAPrfVPnGG78VL/Ujh075FGPepRUVdXwohe9KL0tupYKwxVflKvhtnwH14P8aqPiDwgeybPgByzWkRkwiVMJ+iOlPtXxA01XO0Z805tkzL4ZIAJ5DfuE+FxRQ92yCMxBe29ooF0+QwSVho96dqgRPxjqy677NTxmm0TwBxnzgVdEZ5gFTc2L6KCD1cyREIHc8bqOzIAvj47t56kwyPNeWOqX2R/0d9l9GL1//CB4MgtByqfMRfJdpuIHVhylE/6j723cN7nuifmISnYvPbJG3sAc+PNOziIRNGcmotJaD7ynGh7adXv5wt1evuCuL5Mv9HCNrk3mLr8qNqPxi6vy714qXyxwreor8xUvkWtHcp32rcSdXyzX1VxfR2rPiZP58hfJDcr1CnGIjS17RHgNguiHR03bB68hp702qu7xjvOTroFnRI3iPLlKdpA7JvjJ56n5HI01uepxjlyltR18LVrZk/3BwG7wh4G2xTJ+sKjszCxY0XdiLtLTix/0tPQv8Vz1d0xbZd9MEEFz9heJz5Xr2rY8mAPfGzmrRNDc5zyqNHzUs8ONIvjKKh9cAwZm8YeBtnn5lnoH5sd1QtyB+U2dE+JpmL6Jz3/+8zb06le/Wl71qlfJe9/7XnnQgx5kWnPaCP+HDf9m0iyWE75BlVd7VrgG9LSwhH8Ezf+uruXxhB+g1THOkrPkUIPV9EdMzJ+YieS7CirXKCy1Za7R1rI1npHQhAcgxeg5uuHzVujJa49ICgezQN5LmO3t00X8QNPph1+H2DONf6SnVew1hp+jzXGWXKXmt5fUgJabNZ0TfiEyE2FpEPcYbFw04L/IRpzdmwgDI3gDbR6bx48I7kMEtBpmgNIjeQfmIp2GpYAPLJUJmV9jYMT9Pfa2u6dHbWYuhy41rylyu5ckYdY0rz1qT9tPpf4jzPY36qeDNuCvYfox8jr4R3ovFD3JtTnOkqtkB7mzELRixjExf9LO5vkgz3dlVLwz8qYlfCPBMO7PcyLQ5jF5/diCrrQ8VWGleexW9J18nh5yYgZ8nczysIQ3DHT6NTz2tuMX0Waf86hScy+iltxLPGgEcvBco895VGn4cI/hTtvfiLZli3sTYbmSzeK+ya2pPec1EaxpcWIGqDySd2Au0mlYCvjAUpmQcY2R7aOvgWdE/ZmNqNQ8V66j2WuJxOfJwWuPqvmcR5X6jzDb33jifa0f2u+8Pt+B+Q6sdgfmN3VWu2/HfWrXrl1y4MABeeQjHylPetKT5Du+4zvkj//4j9N9VeHpHfFOexzmG0usR+VcAwaaeTc/Yu2lOXSwpsUpzpIv1MWZGqxiDig8kmdgJpJpyUt8Y82vbE5lv5Hgxj5DaSkaWOEnn6dmn7EmR69hFuqyHJiDckeyMsozmagLrgF1ORS4DvT24QeZJmaBpRg9F+YiNBbwGSIU2lIZ71RZX+XeRBhwZs9Am8fm8SOC+xABrYYZoPRI3oE56Cx0BXygu7J+ZdR12HckbCM3jwbWxhwJEcidVu0zRPC2YmQeig2bX9h687/K2f/4gytxa50r8tHHy60HuJWuQ+yjvtU/PUFW5SydHcXlPyRnTeBM7R3Fx54oZ67AGfUM8YyPP0kaVG/yqLfy07UuUW0ckM7nvJQ/eG1CuaNnZeLrletAj6P07Z1Z4GccougHETSVZpZ9gYSPVu0zRAid+dS/D+dXsyr7zC7kRN8fEXI9QWPPgOTRHj+C4z5EcF0jM6CpeCTvwBx0FroCPlCvjA/c2/Hd4zvZd2Rgkr2DtTFHQgRy9kkO1DU+Q4RaLgfmodyRrIzyTCbqgmtAXZYC/pFS36zPd2C+A0fvDoT/6j96F5md138HTjvtNOH/fuVv7Fx77bXytre9LbnQhv9JHb6JQCffQEUAABAASURBVLJ6FAquAQPW/JACtHkkz4IfhEVmAMljO6e235L4rEdb6J7wge7K+pVR1/H9EiFsIzePBqFNfz2jSmu2WW/p2tn8pqnpySXMQW4to+GbkYclrgHDnU3H4LXwg2YiTZh3WIm5vZZMVLXHw1o4TQE/mDKjvboTPU84uAYMjOALSRtzTlzIaMxCbMvmmdlsn4r4gaZH/eA60Hsh37vH0JybRYPQ1v/5WTf6DBFquRwy+yk3zyur3oHTfuFzsu1nvyC/8bf/xSyObGyRW/3ylab99J/+hGlf/cq/tJq+b3/D78sDfu9NTY3GjDWeqKcNfcXBiP1p57jvHzmvkdfw0fK1vEMjnqBp7sADPUbP0Q3mwYr61KrjTMzr7nxoeeSbNqlyDRiwYc+QtJXm0CE0MwtBsrSjMQe22n9iFvq71rM66jq+byIMXBpPSNqYAxdjXms+Q4RaLgc8oNyRrIzyTCbqgmtAXZYC/sC6R/KZ+Q7Md+DY3YH5TZ1jd6/XfqXHP/7xcvbZZ8trX/taueaaa2Tv3r3pNfxP6vAuO6Sr66+4Bgw4+7v5tJETi+AHNNSRGTCJU41rdSlCf0TKH8xCuWN9K6Ouw765JBHIM7gXEZIW5iARtUADUoWDWSDvhTnobVoujvJcti+zkdfAHxj0SJ4Fz4g2MQOaCjEHa8IcCRHI29S6e7SXizVzUGzIL3Cd/EpB5RpQWHYZX/DaInNgRTihQZQ078yr1jmYi3QalgJ+sFTWn7k/EXqvEPdNrs3MOFraQU1CBPIG5qAR6gQNtGQmolL/wRz0d82rK96BI/rmzVe+7K/kxp+4jRz6qVvLe6/4JnM69wUfk2uedb5pG1LJ+z/99bJ3xw1W03fpxd+j6ob8y4/epdG2VOGvR5vLCXbidQRsyyN5Bn+NZpaGpQFvN/BreHQ9G/GMaFOcI1dJnxNJkPjh81HznDXN8QFNzYfYC3PQ27SGRa4BA1bsHZK20hw6hGZmIUiWdjTmItaVPzEL+dX1qqOuw765LBE0Zw40bQ6vidAskDAH5OA5EVRjJqJS/8Ec9Hc1q3g3xZRk5DXwB6w9ks/Md2C+A8fuDsxv6hy7e73WK21sbMhtbnMbueyyy4T/89Ud73hH+aM/+qPkGtUm/qTOSl+UdU/Nn2hIdpIWG1pGtFz81tqS1il6kutynCVXqTmowQT6IybmT8xE8l0ZdeQ3vDjJdWKdzeO+ybNNettqHU+oy0VgDhaVNmsHtaO6KnrWJT17rmn5CLPlpuXKKM9l+zLjOsuqmOEfKTaygGdEtThLrpL9xpncQbPXdWvW9HhiXWuf86jS8FHPDjeu0OHeRBiwiPsmt3bmwF/v5CwQgbyGGaD0SN6BuUinYSngA0tl/Zn7e/QrZGPcN7k2MedoaQc1CRHI7bVEwhyQO9SOasxEVOo/wmx/47y6yh34809dID/yTS+z0U9dd54895t/Tg4c2ql1pSyOn73vz8sFt/sruf7mvXLHF3/E+PMrL5DDG1vl6179Xqv/wyvfr19nljOLyRPsHF9L5D3b89doT0t5acDbB/0aHl3PRjwj2uRzHlXS52D5vQ8dzT4/W7OmxxPrWjMTUan/YA76u5LVSa8S9yZC4tQtfO+skBPt8VtSn9yHCLVMYAY8J2ZhLpJtWoj4waKacPbvTRNGRrXGfZPrEPsDTZvDayLYQt1v99RzFsgjqjETUan/8Pn+rmYV76aYknCdEf34R0aMzC3zHZjvwJrvwPymzppv6LGy4x9K3rZtmzzkIQ+RLVu2yBve8AZ53vOel16+qp9evtlBulqsJv0QEV24BkQtk+MfsZbSHDpY0+IUZ8kX6uJMDVYxBxQeyTMwE8m0lKUB7/Yg12lrnRrPSGhgHoJkvyVsa+LzNHpO9JpYwyzUZTkwD+WOZgU/aIQpCdeAkTNcB3rb8YNME7PAUoyeN/eSeaDRWdam+AwRTBw6tTwG24ca4rp7EyGuZXL2DCx5bB4/IrgPEdBqmAFKj+QdmIPOQlfAB7orI5SR13CnUdfBM+LDGpkHTZuDGkxgjoQI5EAO5DU+Q4RaLgfmodyRrIzyTCZO7eLOt/6E/O3nvsZuwu3P+Iy89kOXyD98/i5yaKP+XqsrV990tnxx/5ly+o4b5Iof/vfGhee/X7ZWh+X//MC9rf7wEy6Qyt5S0IET9eB1BCP2x+sIRrR2W7gGdFeyCteB7KKL+IHXITIbYclrcmEuYqKeXNPUD+bIiUDeS8ajr3+UZzTAn5oI5D3gD7R4tMeP4LgPEVzXyAxoKh7JOzAHnYWugA90V46Twr4jYRvsE4Jk96HRmGORCDH3Gk3xGSKo1H8wD/1dtoofWDH1xDVgYA7/yED7vDzfgfkOHIU7sPxJ5CiYz5ZH7w6cc845cvjwYdm6datUVSXf8i3fIpdcckl6wZHvsKdDi99ctbVRNdeDgWZ/N582cmIR/CA0MANIHsk7MAcseCTPgA9kltYq8U1vYThw9v0SIbSzTwiS/edBW2t+O6Svj9hr+QhP62ufmIO2nqnZD2SWhqWR1xg2Ch14QpBiGvfK80QN1uNzRDCxPrXqZqZeHh1yz1NmmL1l5GGJfcJAJ/uHpK00hw6hmVkIUj5lDvKriYofJOKUYuS9HW3JviNhkH1CfJ6oIbTpF1pV8EBkf55T12iHZUSwYuiU8cmNsL/RnjmDU1C77d7PyTZ9c+a3P/A98q5P3lt+54P/2d68+e2HPUEe+gd/KG/72APkwt96u2zfcqhzdzakkj+78httjtmNDZ6BTtuJI2xsLF6jI3aknfY9aERrt4XrdNWiwrWKi76AJ3jdim0PakjamAcXycFrjXEm5rq0lmNlT/YJA7vAHwbaFsv4waKyM7NgRd+JOejrqdfwg7qcFvg6OnJi9Gef75sIwZ99QpDs86CtdX4Wa/kw7zNEQBsk41OaGe3ZNuAa0NZbNf7QkudyvgPzHTiGd2B+U+cY3uyVL1UYvOqqq+Tiiy+W7/zO75Rf//Vflyc+8YlpZ/sbXLtOu63iGx1YMfWEP4S5nBca0OaRPAt+wGIdmQGTOJWgPxL70EONHwRpWtryyw1P8nc/IgRDfCIseU3ewBw0Qp2ggZbMadD/3BBDhj6Yg54+PCM9reUlvwYRCp1+ncJyKuMT0dU4T65Sc1CDCcyRECHmsVadGdB0+uFehcmVffHDG8hr8IO6tEANVvipNeeyoEMjiDALMvTBXKSnHz/oaRle4lo9XfhDT8tyCa+IrjAbUcnuhUfWyBta80LNIhE0Zyai0vBRz/Y14sm6R/KZcXfgpd/2DPner/19+eY7vVf+6Un/r9z5Vp+Uh931MnnLdz9Svu0r3i4fVe20HTfKX3zfAxLDtz/6YfIdX/lHNsdsVZ3g/wnE6wh4FB7JA7x+ImFpfOreRChMTroOPhH19HlNhZwI5A51g88jeE70WmOcI1dp3OE+Pd34QU9LeQl/CB05LzQIbeUUPwgdzEKQ8ilzkdiFHmr8IEjT0pZfbniSv/sRQQ2Zz6FL9tpijbyBOXDBcyKozkxEpeGjni01uh/r5MTJcA1g0CN5C/yhJc/lfAfmO7CZOzBxdn5TZ+INOxHa3/GOd8hf//Vfy2/+5m/K/e9/f3ngAx9o/65O+9/Usd8OtDfc80WZVn7MBPLJ8G4+hMGcF5oTWvMpfsBqHX3WI0tZ6I/EJvRQu5fHsDSctryGB0Z04BkJI+098o20rYX2ZRr9yHWFOQ353y6xUKLndYRnpGTRq7O/SKGZ6xSWunL0I9cO5iMq5Q/6I/74XWOKXGP0I1dp2uHehanJnvW+7OuB57U3XlCXFqjBitLJfYgQ+pgFJI/kWZh1sg0LER9YVBPP7k8sjPI5VFjKy3hFtIv9RVSyA2/XTWCOxCM5UEdU8zmPKo07RryGJnuOu/LcdUu8A7wuM4/LX0MeMy3DEt6R4YnhjuhHrhO+R48qJQe6CfQ7CP65FDVyXWMmotL4w30LE+5bWM7L9b5KX+vbQ6OuMeCJB74eyTvgEYkN6KHGB4I0PsULeib4etyz3F3CL6Id7C+ikh14u24Cc5a0TugRXfY5jyqNO3peR+7lcZxhq8v3iUxOzMA1MvIsHcM7MF9qvgPzmzon4Wvgla98pVx66aXC//3qB37gB8Tp/ps6fIvJPEC+CUBuSbXClK4MHHhCaHMvIrBEdKh7wQ9Ck896DEtpyhygEtug17iXx1oeF/ClkwjkNe5HrKVxAZ9ImMILgpT/7VBsIHc/z4k1+EFdjgv4xc5WjR/EltE5XhAGcl45LYykKX6QqlbhA1bkTsxFvMc1rzW6DxFUmn7gG6bwASSP5KNwLyKEIbwiLHlNXsR9iBAa4zx5WOqmzIKvkDuuacQHNJ1+RD/ylsNKvvhEgid+EKT085M5Fj2SAzWQ17gPEWp5XMALCt34QWG5Vz542lfKycAh3eck9nylWD/xRGD33eQQ+yAeQ5InP/caamm8jiCZG1vgBT39k73xg4wnXtBeajTmnNiU0XyGCLF9VF7wxMsZ5eNN+JETgbzG/Twix5w6i/sQITTFefKwlKbMgavkEdc14gOaTj/ck0lyYg2eUJfjAz6RMIkfBCn/tT42kLsfeY37EKGWxwX8Ymerxg9Cy/gULwgTOa+cFkbmdL4D8x04BndgflPnGNzkdV/i9NNPlwsvvFCe+9zn2p/Q4f+EBe973/vSS/W8q26N+oW6qiqpqhoTN3+qqtpPI24Vp5qY19K4oF5VVdlexw2ELp0L1TJVvapqT43Lhc1lVbXwrKpqJaM45XlVVfbYq6payTMZUg9cqqpaeLKouRZk0/A5jZVOVlWlNormmnDeFFWlXjUYVXqKaDnpsNnar6oqqXQaNGzuwKtGiNFN61iOznWuqiq1q0RPsq6PqqrUbkHbs2oLY+sez1EWOq+balptH6pVVaVyJXqSzX5UVSWVmlRVlUSVJh9VPdHE4FkvrR7wqhGiO2nu6aTInFJVldrVTDJImw/v+FK57vynGddrbLj9D8v1a+AG9Wi43VPlhk1wvc46ic95T5Ebctyu1okjuFF7Gs57stw4kZtCv+fEhNs+SZJaZ6bU++p+YoN67utho+L/6BWed33t6ItHnEr0Q7WqqqTSVDQSNkNVVWpTo0ZVQNNJRzOb8ZxklGsOnrph4VpNm641+ZRE56qqkqqqRE+yro+qqtRuQduzagvFurXQ49nq7JY6qxtKdNuH6lVV6VIlepLNflRVJZWaVFXVRC0nH1WY8Lyqqk15BksRvGosF/3QWs/TD+ZqKp2uqkotFc3XcVSVetXgV+kpouV8zHdgvgPH+Q7Mb+oc5ydglctff/318uIXv1h+/ud/3v60Dn9iB17wghekdvoFOBWWlX8xXiqa0Q+a6ncDzh2YQyQ61NCu0cxnwNP6Mif8kIlAbuAHVkw74RNJpvEERGIb9AzRjzxpcY9EzBfMAqtE8JzYMMHLQADEAAAQAElEQVSzmakTPKEuFwG/RSb2fMm0D/wgmXJPIiSLadGZ1WU00HR54BNZrozKOn5MuZ/nxIngC8mY+xJZIAJ5D+5DhKSVeUjEfMFsiWQCP0jEcUXbv5nCDxphfOKeTJATG/AEF8iB2iN5C3wgkb2fCMliucAH6GjH5nMHP6BpInhCMoYXIBKBfCT4QdKOByB6JA/4DBHCklBD1AQfQPRIPgK8nKQdH0jEcYX7eUym8AREYgStAF4sEYG8wT0aoZwwC3QQwXNiwwTPZqZO8ARKj+QGvpZMO+EDTHm0512FjdP2yMYmOLJnjzScdpocSdgjU/yP6D4S1HtD/Rbgddp4P2ZBPTdAc/Mmgvoecdq16Xv0sbTQvg2Fx0sE8gabO03nymzUPcQSR3S/DXvVC+q5IwOx7SlbtgjPOejTvTh4HcGimnTGBxjySG7gCRTENugZ8IFkiVkEIpAPgAfQRgTPieI+RDBx2glPSKbciwjJ4nCBHySd+ACiR/IMnVntQQNNlwc+gOKRfGa+A/MdOK53YMtxvfp88ZXuwJOe9CTh39W54YYb5NWvfrW86lWvMt70pjelfj1/Uoe//woMeEz+HnZh1nuJwLxDDV5bxAcoPJKPAK/ON5MRc30teEas1/dFBP8mRR6x5u4p+pFbR5wjN7H/xCy0uxoNn0i7cUSNlzOifVRL9CO3obhPchPzp2YmLKNFbAmfiInDJ15DkO10PxbJiRPxffaO4Q29TWL/thEtiafPEYGGAZL5ujenJZ/zdd/YkPWLw/55FLWB3D09WjuPOYKIt2vU5MQM7uXRWuiPmDh8wqPYFf3Ii43lBfwj2c6J3u6HFzkxed4Lft5LhPg5RA3m5Sd8gNojeYHR8ope7C9i13Mvj7yOWKB2qAvgxxIRyJt7OWLe+vXELGiaHI3mXh6TrnEFXlDs5rFDsaG7gF/EOuo9Hr7LXeTQhd+0OvfS2SIXysF7bYKLLpSbG+5V58QR3Ft74CKN4DlxFBfJzfducZ+L5IBys0Jchf31LLHMvWX/fVrcV+sR7NOeyMbpe+3pXtcpvo7IzZfXEgkR/PVJHqEnAz4Ra4lz5Cb2n9yj3YVuGj4RE6ed8HKmTZa7ox+5dfo+KciJBZqZsI4GQdIfVFRxL49Jw1zMd2C+A8fjDsxv6hyPu77Ja97vfveTAwcOCH/dir925VAn1v4NMREXBT+gA5VH++1DaaalMwM+T+6gNTAHjTA+wa+3e0VfPPEGcnvcJPgBOZADeQ/uQwRrZS5iYv7kM0RodzWa+9FATpyIe3nMjuMN2cWuiBew4tHuaduD2qG5hhmnlsRrj6bHWXIT+0/M93bgA71N/YtcA3q7uEakt1maxy98MOfRc+oe2A/EFmqImuAHiTiuwAt6u9fhXVVi+xT9wA80Nc1zaoX9gKbN4TURbIG5iIn9J2ah2OV+xYbhBfwj2Qm/DjHbkIruh0pOzN27ks4MsB6j5+gG+wErxp86Pu3RFTyjBf5gmnt5NFFP1KCp3RtiD/iBtTAXMTF/8hkitLsazf1oICdOBC8YHJvgj1/EvJkHK07d03N/8Zfk2x95iTztGc+0m/DBD33YarQnP+1H5NChQ/L9T/ihRnvsD/ygxJ4n/fCP2NyJe+KZL+xuE88/rmDO7kMEE/VEDpr60cy4oNE1Iqgk9vnMrCPlD58hQruz0UZ4tWfbNV5Oe62pJ14n+pGbT87DNaI1LU7MRFC9Jm9gDhphTuY7MN+BE+EOzG/qnAjPwsQ9POIRj5Cf+ZmfEd7cqapKv2ctuOiii1KnnnfQ9X325k8FNEP0QyOEpKVn57UdXcPyYA6WyqisGtWlTfr49Tz5YJ/QO8i+obdJf2lRr+MHdbkIzMOiyp59hgjZprY44Nlu9xr/0ffWhwYinpC0lfaHDqGZWUDyvVEDWgNzgOCRPOHYF+wTeq/s+yVCb/PiNdXxZA4GZllmFsh7wQ96mza5uInP0d4rs28ITTxm8NcRS9TEBJ8jQrJ4/Ar2CqN2MHLf+EHiySxEkecJDYLOLLjEvaUG1ywyB1aMO+E1qpO9jWrsNrFP6K4EhX0DkkfyAvhBsswcJGJa+AwR0tVCNeBZmOp+fy81TtDZMzDi0f6kEsIpzI//5E/JYx/zaLn0D18vT/6hJ8gbL/0fwl+T/5Vf/kXT/vMjHyn//dJL5Tde+Qp5wg98v/zsT/+kvObVr7Kel734hdbz/Y/9Xvmnyy+XE/ejecbzW9zk52jetFb5HIC6JOR2k9Oa1yfzwHCB7Hyud8AnN9LWRl+rPdhT4wlJC3sFF/15QgPXNTILmjYHNTQCCXNAPjPfgfkOnDB3YH5T54R5KsZvhP/71dOf/nS5XH8A+MQnPiHOH/7hH6Ym/sU7Va3ih2mwwk/0A3WM5KC6zxBBpeToaMwBXR7Je+h49PTa0khfevFuQOgD34j25majRq5ty8Pnl8oyY00rZiIq9R/MQX9XdpXrZBdyIteA3FrQ8IQgib7TKPbBvIMQc2qFWdDUDnLHBD/5rEfXCxGPwlJXHunZHRThOiB9H/izTgTyDO5DhKSFOUhELdCAVOFgFsh7YQ56m7qLo7y7Y4MKvkCjR3KjvU9qYLGOzIBJnBRq0HR51P1ChOVKJ2MWOgslAT8orffoXAd6WpZLXAOWSjbDD5JF5gCRCK3cZ4jAskMNXlvEAyg8kq+LiZ7sL9K7Dbwj2uyzmjYHGgURyBt8vhFCwpqWzERU6j+Yg/6u7CrXyS7kxJHXwBOw8GifQwinMFf885Vy3m1va3fgy+90J3nEtz/ccj9d/rGPNeuutePr/9t/k9uce25bPoHq5hkv72nk6wgD3MBzYhF8I9rIrKOlHe16IaJq5vOalg46obTe6HhREIF8IqOu455cA7wuRDwhWWYOED16HmvVmAVN7SB3TPATc0DtkTxS0mPPnM93YL4Da70D85s6I2/nidT2pV/6pXL48GG5z33uI3e84x3lTvpDBP++ziWXXNLaZuf99WadFUDwaL/R8HffPVqDdtS1Zij2W8CYm5g7MQeseSQ/TrDniG2jtC/0iDZ3Zlsa6ypJcy993sTWiTWVmImoVD6Yccpdm1vBHwcikPfge6eFnJg8fhPqE35QlwRmwHMioDnUiWfLw9ZbJ2Zb0lEpuQ70mrPfSKHZfYhgbcyREIE8ggaq+QwRVOo/mIP+rmO2yp4jdmH2B1aEExog1THOktuSnsgdLcd9flqjtmr0WaKW/Qd7gf6u7Ookf64BWaeliCegeGw+l0xU1X2IoLqqel4+fgrX2jl1x9PE43dir5HenfCYI9rss5o2BxoFEcibx+3zJrZOrKnETESl8sGMU+7KrvAfYtmFksh1SmtBj3sntyVmwYpT87R//z574Py1+Kuuukp+8IlPtp+Rrr/hBnn3n75HPqq/gLvowgutp33iT/Rce9118uwfe5acccYZ7eVbbM3rJ2IPtPQ6Qo9oc2e2pbGukn4B06w1a3rmpJ32vHnMtCylkZ7LgRWyeA3yAYu4b3JrZw6s0JPnRFDJD2aA2mM7p26+5lG0PJCMkm6L82m+AyfPHTiZdjq/qXMyPVv1Xl//+tfLl3zJl8iVV14pW/g/Eug74l/91V8tt7/97euORaikWiSZMyvAkkdRHwMRqD16Tq0wA5qKR/IOzEFnIS/0euVHFuqEazDAdYBcSrPoYE3piVlAjdFz82TWobGAzxCh0LaQ8SPzSL5u3JsIA/7sGWjz2Dx+xAh+EDRmAMmj59RAnXi2PGw9nJiBIB21lOtA7wXYb6S3WQQ/ED6Y8+g5NbRrNIVZ0LT/YB76u5LVUb7JhBYrXKO5DrOgNsmBBkFkJgctrpMLcxET8yfmWCECeS/49jaUF0f7cw2nbGcreAKFx+bxm6gqXu2cWtFVAU2b2M6pBQ+wYvjknsOdoWOCv09xHfA6G/EFFj2SK7lZNNBlaR43cyDlD58hQrlTV9zLo0pH7eAaMHAB9hyxdubAilPz9PM/+xx5/oteLDt27JD3vO/P7CZwn07fu1fud9/7yO7du+Utl73N9Pbp9NNPlzP1zRx622snZT3xtcB9AnuspVl0sKbFiZkIKrVHz4/65ycXPFrwmCMD1+ExA20em8ePCPh59JxaYQY0FY/tnFqYAyvmU7gDczrfgeN6B+Y3dY7r7V/t4vyJnKuvvlpud7vb2Z/Y8X8o+bWvfW1iGN9pTxa0YA00XR68sw6ueE4E1zUyC5r2H8xBf1ezOsqz6Q7JhGswxXWAvAiekGlgFliK0XN0g3mwIn/yGSLku1rqgGere7WSa8DANHuGpK00hw6hmVkIUvPbsqiN+u1QPYAf1OVRDVwHei/ij5kIvc36y0Vd73gyB7rWHO26XmAW6rIcmIdyR2dllG97auI1GB+8Dp5Acw0zQEl0qBN8jgjJYlrgkSoD1YBf3/Ska3Ed6DPUNTxB0+XBHKB49DzWqjELmiZHR2MOkq5y0Zkvty5XJvj7ENcBr7MRX2DRI7mSm0UDXV4ezMFS6WQ+Q4ROQ04Y8MyNTNa4BgwMsmegzaN9XUY4hfmqu91NnvkjT9P/1q3kkd/5CHnVy39V7nXhNwl/FYvb8pM//mPy0Ad/G6k88Fu+Rf7D3e9uOT3+17ZMuCWcRryO2g+zeS21F7zGE7zWyAxoaj8vxEje4HNEaBa6ift1V46GMsGTfcPACPuHpI05SEQt0EBTP5gFrz12NObAG+Y434H5DpwQd2B+U+eEeBqmb4I/ocMf8z148GB5uOeLLu/CQzLMO++A6NHzuvYZIrDcC3NAk0fy4wR7jvRug/1GtDk3GzVybVsePr9UOhkzkU5DWxjh2R5ZqR55Hd97cg1mETySAzWQ1+Tmc5r+xCwJ0v+BR3/Hela5DvS6+WMmQqHZfYiQtDEHiagFGpAqHMwCeS/MQW/TsVtkz8AVPZJnYd/AYh2ZASSHGry2WPc3rycT8ydmIb+aUfGGzNKQdDSugyck12Z/gEj07xXkoLrPEEGl5OhozAFdHsmPE+wv0rsN9hvRZp/VtDnQKIhA3uDzjRAS1rRkJqJS/8Ec9Hd1Vjv/EdbpaAkjr+F7Z5qcaJ9Dlsyno3YHThZj/zoyYr+8foBWj+RZeH1GtIkZ0LQ5qKERSJjz6Dl1BmYhs5SX8IP86vpUrgEDjuwdkjbmIBG1QANN/WAWvPbY0ZgDGjySR0p67Jnz+Q7Md2Ctd2B+U2ett/PYmfFv6vAndHbt2qU/U1VG5/9+1fNFlR/6gB17tN+4+TflGMlBm72XCCo1vyVp59RZT1son9y33NFaqffWUrMl3hFrKs2jR7S5M9vSWFdJmsft8ybmT8xE8l2qupdHlaYefp3eOfxpIAJ5D9GT3FqZa8OCa+Q1zAAlMQdrU+4p/fgQR5HZ16g5beI6oGn5cH+PhU73IYK1MUNCBPIIGqjmM0RQKTk6GnOQdA0XHZ++kQn++EbMlnnHhPoUNXKV/qhyNQAAEABJREFUO7MtjXWVjs7nJ8bsw6GeCPuD3jH399jbrA9V193TY/O5pGuWEyF4ei8RbJmTQg2aLo8wm3guOzpZx6PTEQT8QzmU4h2x/pIHekSbfVbT5kCjIAK5PdbWrOnxxLrWzERUyh/0R/JdWdVFruP5YORag03L1xLeYCPMKtUXr5Utn71Ktnyu5rOf0/oWwL/oY1gbn5Ut6rX1Xz4rkS2tOq6tK9+m13Dc0+sxUfp+gWgvhGknXj8Rm9bXkcX2CT2i653Zlsa6Svqi1aw1a3rmpJ3286zHTMtCin7kC3XSmWsMDuAdGRjAE2jz2Hx9MlFV/No5taKr9vg1teg1Ea0BD0DwSB4p6bFnzuc7MN+Btd6B+U2dtd7OY2e2fft2ecADHiDf+q3f2nDPe94z3UDPF9VKO0GDeBTeBALENi2dGaDNYzun7vW0hvyp800k37b4hl1a69HZM1hL67GZxgkdyHtwHyJYK3MRE/MnnyFCvktV99PU7itxIr3+7sV1PB8R8QRaPdr+2j68HtGA5hpmoC4tUEcWoio+69EWju9JdyXQuwv2G+ltFvNrPJkT/SCCpkMHs9Du62j4QbvxONfsE2wb7A+sCCc0iJLmzZzmHF4TAU2Yi5jYf2IWervw7G3oX8Qferu4htPbuFjED6g81o8facmIz0/m+dpMhOWwZhP2pN3TDvY2baLpZp9gAnu0pHVCB2SP5AXwA1umP2Ji/uQzRMh3qep+mtpzRZwI/jxXg2MT7i2eEfOu97r1k5+UrR/+sGz9kPLhj8jWj/zdAvKabRphq0aHuoh62RpxgO26PooPfki2T+FD2l+zQ+NkPvhB2dHwIcvj9XfoXnYqxA4f0NkBdur6GHZon/G3H5CdNTs0joH+LTfdZE938TThdRQ9/PVkGq8lS1ondAgyc6G01DUiLETNmHVMzJ+00xaIYEXuNMIrNxa1Xn9vnHgdPIFxj/b1Ax/ECBoEjRkIklBD1IQ5SMS5mO/AfAeO9x2Y39Q53s/Aitc/88wz5bLLLpPHPe5x8pznPEee+tSnyq/8yq+kbj1fdPlhD5IBvilDItZFS2cW6tXkXX3XLDIHVkw7Rf/s5Iq+eOEN5A34gQvk4HUhug8RkjbmIRHTwmeIkK7q+1ZtgXrAk5YcOf9cn/12J7vQFfGEZKW0P3QIzcw6Lrdr05kDCo/kPWR9Yj8+ELWJefYabU+viTBwjaLniFms2/NeE1lvwA8aoZR0dbyguxKUFb1xyHrjB9agHZ5TK6rY1yJNmwOtKTzxOSK4vpm4Bh/2CqO2MfJ6+EHiySwkohZooKkfzAI1sdo4JNv2fbzLTR+TbZBbK2jbC3rHf/8nZJuzr86JRZb726rXiHS8dX3bTdoP+HkkL7BV9S4fF7uO7nNrgS21ToRS31L/pHp+Qpb1+Bx/7tng7AG9Rr0v7y1817HPLV4D/logSuv10mjoYMLixCwsqsWZGhZVfWYOKD2S99DxaPfiA219Qs01oHfEr0GE3ubFne54MgcDsywzC+RA7lA34AeNMD7Br7d7RV/37PjjB02DdsRadVX0nB45rXl9Mg/pSFJl50NHsz7gE0aKKV5QbPCFCdfCD3zUIvNgRX2idmqJwKxDDe0aze4p81bMp/kOzHfgRLkD85s6J8ozscI+vuzLvkwuvvhi+bVf+zV5zGMeI694xStSl54vurzzDskAbwIBokfygM8QIX7Bp4bQLsk7+gVPKXzghX9heSUZz0hiwv6A+wbkkaR5WUQ/8uWKZj6v6ZijM69DHW2ip1o0B17QCLmEx57TCxp+0CyTsEePnlNn6MxqDxpoujzwiSxXBrPi68j9cCAnToR9QjLW9mrXSfOycB8iLFc0wwM0HTqYBe8jd1yziB9YMe2U9YsWE19HjEZPcrQG9gkIeJMDtUfyFvhAIns/EZLFfFF8DXm7+xDB9QmRfULvCI8depuWi/jBUtGM/YGm9jWa2MJniOCPvzq8T8644pe7/PPz5IyJnK79k7nyeWIzxCLPl9OvzLNX9Q6fer7s3TQvUI9pnPapF0gvn9Z141fktE9PZ4/OjOIzL5Q9Adk40no1LEpeB0DlsXn98HoCFp127XqI+ECQxDyZdWTch79Gs93Rizzb1C+yT+jtwnvE56f7ECHxxAMSMS18hgj+2MmdZAI/SMRxBX7jOsd34QlMeCQ32CdwH4E8Yk3dEz6QrDCHQATyAfxettsab/chQrtxRI0X9Lby2Hsb0kX8IFHZHyB6JM/QmdUeNNB0eeADKB7JZ+Y7MN+B43oH5jd1juvtX/3i/N+vbrjhBrn22mv1559K3vrWt8rrXve61LDniy3ftIABj8I3EDCxUakaXCVCs6AJNWi6PPADFI/kNX3BvYjQ9OIDjTA+wSdik+5FBBP1RB5RKXdEP3LriXPkJg6ffJ4YsUl8IiZOO0VPcpvGk4QI5BPABxjx2LyW8AMWCzQzYR0tYkv4REwcf8LPu5vc/VggJ04EL0jG8MqRNHUL9yGCdeBDQgTyAZgtkYziB4k4rmj7N1P4QSOMT7KeeEXczjVqcmKGSZ6Z+Si5F5rnROopr3nrz5zwilgLjw0oPJKPxP1oJyc2e6UoeHovEWg91blm/4b8x9fdJAcOLe7Eb/7tQXneXxyQf7j6iLzrisPyrk8elh966375r+86II/6//fJp67LvzmymD75zrwOIvYIeP1ETKxP6HVaCtGP3PqYi5g47oQHeHeTux8L5MSJ4AXJGF4OC+TEAdyHCNbus0QwMX/yGSLQRYygNeAHjTA+iZ7kNomXY8K0Ez4Rm8aPhAjkQB5ByxD9yK0lzpGbOHzyeWLEJvGJmDjtFD3JbRpPEiKQTwAfYMTjmK/19EMzQ1GDBnW5COwNqDySz8x3YL4Dx/UOnExv6hzXG3WiXfycc86Rc889V/hrWK95zWvkG77hG+QpT3mKJB99X2xZU/jHlvmiT/Qv3B4TrzGF+jVemrtn9COHMXbWoz54gvlpzTyw7pG8iM4w36x7rdE8dcGjpqsf6sd13Iu9wVRDm8GLQaLS9rQe1gM5LSwvU/Vjn9D4qjZ6fukkeDh4kRPxcmL76Fz3Y71Epe25krf7aGzvk2vhSczCDAseyYG6xvaouUXWNoP6JHvUund/Y66lHo2n5r7P/8vem8BbklVlvjsyq7KoohSqZJa5ChAVwQKZGxRxforKo7uhpaXFRmVwoAVUfCgO3UgDTii/9j200RYcWpFBoF8j+lQEtQWKsRgbmWdBqCFryHzrv058cVZE7B2x49ybNzOLyF/8Y639rbW+vU/cc/PeujfF6EsuaizxE+6Hrw3iYaHushl5+EBYu6eJ+IGlu1+t73544tGd2XxZc77I4oOaj88QW3q+aN6w8MacgRdnJnJOXBTJV+qewB2+6FB6z6c3P6x57Qfan+60o4fsV9qPv9eR9HMPOCsRX/aOfr1tO/2CvX947wzRe4n3Eez0wvBmkGgMPXfylY9Fzhw9fStuS2m9Oj9byxcrP6dp5ItgxpCXIh7uSbIU88udM/qRQ7V169n52iDzYGndJQ91a21Rr1tRLTtF89vTOdtN/bXhxZpo6HzUBOUIelyPcvNxjdjS+dp6dt6HBzeb4zUDXoryUhxMzS9bXzw7bAq/iEnrtT6BE/UEVt/KJ7D+UKfyQZ2Kbe9617sSP9B57nOfm/7mb/4mPeQhD+kfs/QvdfhLut/pK/t+tBd9seTGfhBm8AT95U+JNbEK/IDmNjIPLnGbgzngdQM5hDn8IEjL04GnDHjtyqujvIgQBjknSJJ/1FTLRvzAipohgkl1F88RMt34RDIt81J7vkSE+Yn5DnwiNqFzWprIiVmYo6BIDqxBuUV8wNJ9vfbsyTkhnApPQIrvI2nok+AHoYlZCNJ0yjzQpfeU1mgGfmDp7heeMHDgdcNAnl7iE7FuzhcxadmFHxNEsDz6kZtUf/EsYTCBDyArkq/UPYGbnHso/Y93X53+8TPH0mO+6khv6Bp7I/34nx1Nj3zx5elZr70yffsdz+zVT8sF76H2/didv13z/ol09SVJ65WIkJm1x5pRJyR8Itaqc1qayImLkB9D5BbxAUt38+TZMjxgT554cT4gb8ETeJaAzJpYBX4QmpmHIE2nzAOvG8ghTOEHQVqeDjxloNetdVWUFxFsiPNFTPJL/tRcKN1an0QE62MmYlLdxXOETLf8KJETF8P5gME27uyFxwln3WB9Ap+/T2D9oc5p/rF/xCMe4f9jyfe6173GryT3fxdf+MufYb4gCdaLwRvCYM5PmmJoH6f4AZU2ak6RUhb6I2qSprVFeSmaVH/hR7ci+QB8B9L0Eq9I6MYLkGJUju4w70l7Yx0xWTNEMGn+wmOiC5/IRGu5xB6RQqf2KZT7cvQjt6rmFU3qXegu0D+EgjTlFpmJmLTswjMzsbOn/IgQvHOe0mgjJ46QDxFCAzOApEg+grlIbEAPa3wgSPUpXpHC5CL/6EdunsxHTPJrpLX9/CbV8S67oUeQBtiy7sKn0BnPQ15oW+WJJ8B/1Dztr4+mW1+//y3UYSv8p689Kz3tgddJnzt6PH3R2SZM+JzSJd5DwCEVyaFd8/6JUFoMXpGCgfYplPty9CO3quYVTequnkb/EDqlKbeoOUWT6i/8Ct3yIxZa8rI8iRC68IIg5f+Hr2MDuXyIgNaCH7BUJB/BXEQN0rS2iA9YuvySH7Ew3fMu9PRkvCJWxCNikj9LRWrk3d/vzLvQ3lhHTGYmYtL8hcdEV/Qjn2gtl9gD6GhjzgsNaFtZn8D6BE7OE+h/R3JyzrDuusMTuN/97pde+cpX+uTjH//4dO9739vz3q0ZfHjbv5B7PZnFzt+G8lN8yHhGCf9IrI1y/CAU4ix5KPVT5gBVkTwDPpFMS1nCu+LZLvqCh2ck7K5zRj9poS35b4FS+CM/JHJiS3a+rY3CYHZUb4VFnu1MF9gDOmEfEvwgY1U6K7q3MxdB5GMujXWLZojQynUBz7rO+i7OSDcRyFty50MDWhTJe8iHCKHIDCApko9gDkaFsYAPjCsVCntARWv8nJpsxy8SmjknIMmPNaB1n5ea18dca2/a3DRDhI26P3f8YH/cPr9c/u1XnJnOPNQY+dd9w3Oa9KT7npW+50WX5xtOBzXzfiwdm/cRlOqT+oJ9Jn1iccKTc4La+RxlDa5pVhHx+PHkn7dorFs0Q4RWng/6nJ/pXOSJl85HBLQJ8AdaFMl7yIcIocgMICmSj2AORoWxgA+MKxVK5R58zCvcNi14Rjaq3zknRD/WsGloM+ZdaG+soV0S2s5EBLRZBh6lfvygVJ/U2QMmm9Kyc6f1z/oE1idwIp7A4L/6T8QWq+d+P4Ef//EfT3/3d3+X7nSnO7n1ox/96PSa17wmPe5xj/N1d4vfOMS8a8gn8QtUvqOgsgcUypLxB9aK5Fnwg1BkBpAUyUcwBxQUyTPgA5nSvDTjHQ2q98eqFmIAABAASURBVJAnEYIJHhAk/y3RUPPfEjELsZl8oDELlCZhDiabNkX8YLNaeK/cI7rO7oUnxKGQx3ly4S2aI4KLdiMHS3Uxp3xRHPgsmq1pxh9Cb+6saBDatv/bST3RFviBpbqYBa2LkTkoNmwL+MFWWZhV7oNr1T74RRhsYV600vTnJ03yIg/gw5II5JMUfHIz+EGutmr5J3DedZr0o/c+ks47u0m/8k3XSdc90qQn3vusdMcbHEoPuPXh9NXGhecf8uF73fxw+u3vONvz0/J2UO8l9lnwgKres3hCwVceMSrvRpgHCeSgtcU4E3Mrla+BR7nR/tqdKk7V2AOmeqzGmcHS7VWaQ4dtZ/7vtVDvUuagE8oJ54Fyx0Slcg8cqveQJxEYbsED2qUH1uAL3ZgTaOTEgGaIEEr5FA/IV0dqledoygT2AEunLvyBHkXylfUJrE/g4J7A+kOdg3vW+7bTO97xjvQLv/AL/j+UjOmFF17o/9s6b3jDG1huiT9dj/m2Y38z9oAZV35jALQpkmfBDyi2kRlwiVsJ+iOlPtPxA0tPjYtzcxIikLfEcyonQtuyCcwBq/hFGQ1M1wwRTJq+mIPprq5a5dl1h6RyD/yBSUXyLHhGrIkZsNR/00QENME6MUdCBPIhrd6bG/bs03qnb5o4H8ycIXt+5mA4iwZBz86HepcyF+kK46Taczxq/2VU97TYg3FF8iLx3OTWyFzEpMRaUTlrh7kmqKwpEMFyqhGTpi/mYLprra5PYP4J8D4COhXJM+g9minNS3jHr0+FCe1BLLRsZTwjVmEOLPXPS/5WYB2h1qH5TrAEzUJqo2Zd4lZDO1vTunMPe8CMQTx/11qaQ4euMaXsfMr8YS6SaZFU7amBEx05N3sQwXKdkWhLv5QTwUXdmAPWvNeVE8F0ZiImTV/MwXSXV/Ve98XSG3vAzJzOThs5cWV9AusTONgnsP5Q52Cf977s9uAHPzg94QlPSJ/85Cfd79ixY+lRj3pUGv7v6hzX/6YOX0TAu+tufBGo6wxd7AFByqV4R7yHOfBFuKEBUhvjLDklIBese/9SpZ11PXPTnGKmJS/N+OaG2COn9zR8I6EY55UTIbRt/mMWD4nkEdM1QwSTpi/NT3d11SrPrjsklfvgHwkO41SeitYRZ8lN6n77yBrQqt5L+FozMxGT5q92drJxUGSPgZRfypsI+a5OxRcQFHuv3wttBT9Aa6ECLBXJRzAXGTVsBXxgq+x/Jn8iTO4Qz01uzcxETPL3kiI1cn+WJMwBOZBHTGMmYtL0pfnprj1XL73xv0w7cyObhaHHjR6SLp3hMqtnueH/mS7bkctt7qRygweny2e4wupCvVqfiOhvkPheIncxf9N7NF+dUWe8Na09FKVnI54Ra9Kcokn++ak1Ec0/PwezrnNDD5GZCKVJmIfJpn4R/74ysZI3ESZaKeENyond6/eF3eRDBJN0MQusFYc5686TeXAxf8MH8tUJdcY3N1m1D74RM2JO2NIv1iREIPfXTaJ5ctBa0TRmIiblL2aoEIG8Arwr2sYt7AHjSk/BP9Irrov1CaxP4ECewPpDnQN5zPu7ycMe9rB05zvfOfH/1rxpmnT48OF0s5vdLD396U9PvT/639SxngS94glYsAfMWPNT/Ii3Mwe+CDc0iJLlo/mcxhxYbe71Rz9yRk4UVf6cOzJzGDxBbR417wu7xTW5SbqYBa2LkTkoNvQLVZ79kc1qwR4MsA+QF8ETMg3MAt+UEGkhArm/f5gVLuZvmiFCviuofMOEb5D2NZU3EWbMOTPQpti9fkSQDxHQWpgBlorkI5iDUWEs4APjyv4r7AOTzpw7Eppzs2jgbcyREIFcDNaaIYLaipF5KDbsvXDsjC9IV5z/wA3nfW26YoKjVhtx/temozCsmedRCPqVlkfkxZ7KPTIH1j/08Dp6S/QjH9az6+s/IB3dgSttZhY7F+foyMzEva+yOmR9r/c16UqwHq8rJ7ZcZXGO1BxOo8/5NP2n6v2Zs2iWTdINOatOwxM6YZswCygxKu9eN/NAYwHNEKHQ1pdnPPvNC1fyJsLMOGcG2hS7148I8iECWgszwFJxmLMeebqYv+ED+er+qlX78JojM0fAE7yNORIikAM5kLdohgitPA6aI8K4Y3+Vyj04c2R/D7G6rU9gfQI1T2D9oU7NUzoFe/7+7//efglwvOO9733v6JRHLv9wOnL5h9KRyz64gXxM8p6MfqZpi7B9zoSZuTOsDngrkjuXfSh5tB6P+IHWFpkB6orkI5gDm5k7Fz4w8mB2iis+nM4Ee9a1s+wDk/3x3MoH5zh07MruY84PI6ATSPhhAZAPGejMwrBttGYORoW8UOWZG2WPym8mND67F56ggUFknm9KiJSIQG6faB48TnjQ1M2wqIHXOeOZs+GsOb2osQcUGzYFzg+bVXtnDjhrK3lAA19sbszCZjVxZw4mWlTCD7Q+kbFqH84dCQfKzaNBaBv/S7pecbPQDBE26sRdZ5po2ZdS5T6cGdhTkTxLxpMZoF+RfEScJR81bAV8YKtUZMP3fcXI4hbODTODnB16bcwB4vCs0qkZzIKl0xdzMN3VVas8u+6QLNiDKfYB8iJ4QqFB8zEq70aYh04YJ3Em5uPOoMx4hk5PF/89zxR7APkEnBl6LaU5dAjNzEKQPB1pzIFXp2/MwnRXpjp832dahlLVPjo3EYYmgzWe0JOZA4kxbzXNEKGVywEPKHfsT6VyD84MbKpIvrI+gfUJHNwTWPhDnYM72LrT3p/AF7/1P6Zb/8Pj0q1f94MHw+t/KN16Abdqe4kdb/ih1OVWv9UbfjiVuGVbI2a5+EfSLRdyC+vfiTf+SLrFGx+/iJtbf5E3/YfkNWKBM+yHSfqGjwi9dw3f5ACiovJ2rRkiUJ6EOZhs2hTxg81q4X2HPWb3wjNiR2IGLE0xkgtqiTkSIpALrdvYm1PPXGxn59r2VGcPmDHJnp85GM6iQdCz86HepcxFusI4qfYcj6buY5em/7AHHYrkReK5ya2RuYhJibWictYOc+ALuyknAtIAW05fzMF0V1cdnamrzCTsAXNtVtceiiblL/yAahuZAZe4tUhrlynRH0nlP8xCuWN/Kov30PnD9tFDORFCW+q9/hT+BE/NECF05dMw6/75roSXKLRMy3GfiU7toTjRmpI8FVNKcU75MKb4J8x2MhqLNmreJW5zMAdzfXutswfM+MTzd62lOXToGlPvmabwB9+wTIm5SCr/YRbKHftXqdqHc7MlESxnTtjSL9YkRCDvYA4QiDDImYlQngQPmGzaFOW7WS28swfMjMU9yGfa1/Jp9wTWA58OT2D9oc7p8FHa+Yybn5e/55+Opfv85qXpJs/4bLrn/3Np+tW/uzJ95X+5NH3isk39squOpzs959J05TUp3eHZn/Peu1vfP3zYBNv7F1591LWv++1L02ev3Mz88t9e6do3/e5l6fKrj6ef+6uj6V7PvdS1J73yaLpm02bT63Uin4AeMxF6e/EbFtAXZPKINWuGCCZNX5qf7vIqfuCLpbfKffCPTG4jT0VrjrPkJvlFLjaCrTRHdLG9ad1G6+z9bzW0XfsaFn3T1J6r5l8ZcUidXznRZz1pbxOe2fl2rBfwiPSK/UX07FcqVuxR01bR07XgGbGCzqjIx4jcSt37gbx7lppH5HNUa0XTmY+YNH8xP9/lHXh7svTGHjAzh39ksh0/oKmNcZackmANvqY/4mL+xkwk35VR+Rhl5D1L8dzkwZBzaqmcCOiK/p6Ks+QRa1YvEUyavjRPFzkxA14iU56X8IaZTu1BnGlN3fPAF2yAuYhJfo00+iPe1d7QSdsYZ8kpnVTac3Wvf+YwnBloUyTvMeHJDNCvSD4Cj8ioYSvgA1vlxGT8/VzlHM9NbkOcT9jSL9YkRCD3jwMJc6C/Q8gj1sNMxKTpS/PTXV6Vry+W3ir30R4el+6x9q9PYH0C+/IE1h/q7MtjPFVNNl+2bnveofTq77lu+rY7nJle+W/PSY+7+xE/8FP+/KjHl7/r6nTj625673OLM7z37773uum5r7syffLy4+mD/3w8/bXN/9G/Oif97QevSf/1DVelf3vnM73vBQ8+O/3JJVenLzzSpD//7nNcw0s/MPIN1tsJfwJ89KC3Ed9AgERyYK1IbjALlk5fzMF0l1fxA18svbEHVM6xD0y24weZJmZBJXLhGnMRF+0mzVJdzJETgbwKvCoaF3niJ18ioLXkvNCAFkX/TSuCkA8RpFtkBixNiuQjmINRYSzgA+NKhcIeUNNa0eMt+EVc3Nw4J7CKUXlizoumkENck7dYh2dE8MXcTX4zffjBTFu+zB6Qr3Yq/pGukEvwg1CLs+ShlFiDa8wBC0VyGKyZidBSzcCrNId/qTbS8YyEBnwgSL3X3dU0r8a4JpdukRmwdPpiDqa7vIof+GLpjT2gcq5qH/wg48k8qEQuXGMugjhcoxnMWeh9TFjvB3jDIi/OyQARyFtyXmhAiyJ5D/kQIRSZASRF8hHMwaiQUhro+ECudVbDC2YaF/njFwne+AjJvTVzFIhADuRA3sIcKRHIJ2EeJps2Rfxgs1p4Zw+YGcM/MtO+ltcnsD6BE/AE1h/qnICHeupY8jPz8mnueYtD/ouEF9kPZc4+c9x38y88nI6ZxVfc+HD6jt+7LD36ZVeki25yOP3hW65K512Hv75Tur7Fh375mf6vfJ7/pqvT77zxqvTmj12TbnD2pj52XZX9fAJ6yvZh8n8NUO3Nb19C8+L5MFtK9+Q5OF9pj0U6nlAY4rzDUqdpjgg08o0OObBu6Wba9aKA58SAPt4TLeUS54TQkTsrGoS2coofhA5mIUjldDBbasQPSvX90Bc9W84dCQfgnCAJX9YgzSPznrS34dpkzRDBpLpr5n0kk0WeGiJyViCfAH+YaNmW8IOt4n+naV4xlLcpc4CiSA6DNT5AaSdmni0f7518OSeEYc4J0ZM1hLbptOA5PdRWB7OtOgqcB0aFGqFyj5RSis9h0hpPKDTlzjrSmAd9vMkheMaZmIeWfIon5Kudusizm7KEc4KlunJeaKCeyYgfhCZmIUj5lDnIVQc6fpBr3Q+t+j2kzXQ+Iki3yDnB0u69yRrQigx86NMMEdD2k509OSvMHAZ/mGlby+sTWJ/ACXwC6w91TuDDPfnW01++/uWXnpl+z35A8x13PCN71I9deiwdvTql+97ycPqTf31O+q1vOzv93F8eTfe/zRnp0qs2I9Rf9b+vTkcOp/SwO52RHv4VZ6bffNDZ6fD6zto8oAO481EWVdvxzSRYM3MW/BsS5axnaed7fa2GT6TXU7tovRIRbA5PC70LDXpiaYFPxPqYBUuTIrnoNOYQiSKulVtkBizd7Yr+rQN+0C53CxO+eAPGRCCfZcJzdpYGzRNZAzmQt3AeaJe7BTwhM73YG5+IeeIRMam7pHcCCfNEoTURTNecoklOEvIUAAAQAElEQVT1V+sxHIhe5MN61RpvCM14QZD8c2qoxXovxw8Q28gsuMStBP09bCquw5xV/FxBWp7iPZjasy+eEHyjp3LF0FZO8QPrYM6Cv3blrCdhVsRGNFvjEzFp+dV6JSKYA54WeldO6zXEBT4RqzEPliZFcjHSNN81WAca6zaa0nmRU1pE6xNn8AE0RfJF4AthCC8hebiWno34QShWzzMXwWO4RjOqPa23eMl70ID3QJpf4kUXESzHJ2KSXznNC8Nb65OIYPU4S25S3dXO95pbDR+gpki+CLyAoTbiBUiCNWi9xvUJrE/g4J/A+p/eB//MT5kdjxxu0lP/4mj65tttf6jzjk9e49oT/+fR9LW3PSPd5Nwm/erfXpl+yvr+rz8/mr7/bkfSE+99JH33n1zufY940eXpwvPXt9Ep80GdOgi/bYlY73GDiwjk1fAFHjSAt+X4RExafuEVMQc8LXTX4m8goh+5OeEZMal8tTO9BjRAbGP0I6e0mNZLc/gAa0XyKuRFhDCEV4Rnyjq05FP5ECF0MQ9IiuTV4AdhAB8IUn2KV2Qw2QzWVcvoR25DnC9i0rILn4hNRz9yk5Zd8fOzncQn0srLgs4ZpuQpifeS8qoYPcltSJ6KJtVd7bz/U1Tl7aS8FFu5LshLMUzhx1KRvAq8ImEILwiSpznNC7pFP3LTNUMEk3a/gideYidDvCJmgp8Fv3gfgS9qb9GP3ObwjJi07MIHmGpj9COntFfwiSzya881977Hs/qZVnjix5mJ1eArwhA+EKT6VH6K9ZPlTnkpWifni5i07JKXok1HP3KT6i/+ngdN4Gs5PhGTll94AZNtlCcS7yMgX1mfwPoETu4TWP9r/OQ+/wPd/Te+9Trp3CObv35f/33XTYcsveSx56az7Ic7L3noOf6vbfjfzvmprz4rPf3rzkrfevsz0hn2Dvm1b7lOeqppT3vgWen2X2SCnfq/P+TsRB//mzq3vN6h9IP3OJKuc4YZWm29DuYJLH7a9kW/aWzKaJrGfkk0ZpeTN83Yp2labRdDm2madj4X27qFRVfTzHjOuTVNGrVMebY1e9CpI9X9aZr8WfFpKizoEcww0jSNpQWsoTG4FMmL4EWRWMDL3GoxHztggqZpLAxI9sd0u2+v4Xpb6bKmaZKZ2dVkMTEt+dNYc9M0NlaAurH4mvJsa7bpDraFc+JZ4dZkepqmsaMUsP7GWHztp6d5+f4Wm6aZPKsVU0ea+WNedDRN3hOfhoYZ6OkwL5+z2DSNpQHzaZrG7v1rrPTrZmKXddls0zSeN00/Dibml4P5pun7NfMO2Y6mabLnaxrTmbBIWELT2GwJM2qMxVfJL+j2QpKT6v80TWMjBSpsGusBC8mMEn+aprG0gDU0RvWFF83EAl7mVov52AETNE1jYYyJqftjPb11V+gnTdMk+pqmsTDGxFT7p7FGp+DVNE1q2h4Lyy5mZ1hmuOlumiY1TYFNy+S9yVSbptmTZ8ZyldYnsD6BE/QEDp0g39V2fQKf70/glHz9/IZl8mD2Bdy+gk+2DIt4Qk9vf6PT0xYs8IPeCJ6AqEheQVPqwQdK9Qqdc0Kvdeg5XPeaxwv8oFfBA3pifsEsUNVrZw1oHfhBJ9QnI6/60arOrL/OyvsUF63JC0z6MA+F2SjzHCFq5J1/pQ8zJfCCUt11Xjv4Yv6GH/Q6OSv0xPxCs/G1o0FvAj/oifWL6N+b2oMnPpwTyDvwBD1HcugaphP8oNfFPPTE/IJZUFWvPWqq+b+66Bb1SdYrjuu1R20mxxNoU9z1fHgAPkDewXMEBEXyGXiOkG3DB7LFOpFzwmQ3eyx4tvhBzxMP6In5BbMQXzdr6E3gBz2xboFX9O9N7egZPfCPa39PyZdnSQ69pvFi5EOL5oiANkPptXb+lT5T2+AFxR5eNxQbxgX8oFfhrNAT84vRrLWhgaXbCz/YKmu2PoH1CZwCT2D9oc4p8EFI6cQc4mMXPCp98I4/nj7UQi6kLYs/lj58xx8zvx/zSC4+ZLrybPySdoa4bzwpffhLCtzhSekjxocHoO3OE9NH77DlI5ZD1Ir57W2uxxPSR31N3I2rz7rR4jdOYxNgYfpa8M0EftAz1DwRVCQHrS0yK2zp13C9EU1lVrg4f7OpclP0Ii93Fiv4Q69h6KU1EXrN24V8iLCtWMYcWFq6NEME9ZELaR7xA18su2X9osUOvtGTPNr5DxvxBApEUG6RGbC0u1hDJ5DEOeXoBUbzoa+ryYcIoac2xQuq+iv3wA96nswCoiI5tGvNEMFL3AzWYOn2Yg5QFMkrGHnFmYVeGsUzIt0jnuALu5FHTMpd+KETgbxD850wTpiJDDuo9bQKz15/WOAFQRqn+I/VooIf0KDon5cumCI/oqDWYh0J2qUH1uAL3TSrKH0ijjyGvdGLfFivWLMHTLbKW7HQLB8i9NqYhZ7YLlpdM0SgSoygdTAHnVCf4FnsxhOKDfkCnkBVkdzBTyAoVzRtNNNqI50ZqyUikE8wmg+9XU0+RAg9tSleMNu/wB8/6HkyD4iKyuPaNGaFLf0arjeiqZpV9MJ6W5/A+gSWPYH97T60v3ar26n0BC673penS7/obulzLeQiauSun3/XdOkk5nX+3aznbulzFuHSNl7WRmnoznnmCfgqks9wmdXnuVu6zDyz2PylxtADLeL18y5Kvag59B53TZfafkL7aq3o+vUvSpdFej5WM5/LXLtruszzbbzc1lnM7/LAscNnL3678RsXmBxc+BsY/ABPxe43bXgBRb74kwPrFmagXXpgHdmIpjArXJy+2bce0w2xim9cV+Z2Kv//0jPZjnek0IwXJSKQ+7Mk0Tx5Ac0QYdg20io8hx6L1nzMFwxwvoiP6oxEF9oba2DZRs0iCWmKrtMfcbF80yyx2BX9yIuN5QL+UO6wCt7ClnMXfkCfor+n8HCxU1klr1kmlQgm+fuczynWgNaBHyAoks+A30xL8v8gS8v+cL6IT5fOhR7x5vENP1QikPvzqpill5kIWpboR55tmhbZZ7qjrS74HMUz4g6cLyI/ad60uWk2fsylKXqnZhVd3Icbftgoki+gd8bSHN6i1GM6Xhb8c0q5v5dcNAUP8iGtbh1eIYIv2htraJebwBxsVtX3+LGqHqpo5HwRH9H5FF20G+sIkjG8oh+51+McuYvlG3Oi2IVPpNhYLszuwaj2IK8gepL7SPQgR+RzlBxYtzAD7dIDa/CFbswBa0XylRP7BFb39QnMPIH1hzozD+i0LvMXd+EF8IUaKCv6N865GTSguYUZYBmjcnSHOfDFCbjt6M05wU8kD0UX7cYaLJ265EME72Uu4mL+phki5LtMlZ+l/rEiLgR/mBxjHxqIQD4BfkCLop8vzionAs0tzABLYg5qPc+Bh9cHN3wGUnlZ4VcaZh8o1V3HP+Ji+YYfeAdzJEQgn4FZGLaNNPxg2DizHvlM9e/o3+3BPAz3QIOgMyMksyYnAnn3XmIeXMzfNEOEfJep+IClu174w+Q8e0Qmm1PCD5L9UUyaN627pBE7MSVmINmfGJWbvLmYg82q6j7ymJpa6C0r9gBflzzQgSZF8gL4gZfpj7iYv2mGCPkuU+VnaSInLmTSf+hVuQeeEbdhFlgoKo9r0zRraSJXJBdoiTlgoUieoTeXqfekGa9eb2ZRtRd7RDI+Uep5MkeRCOQz9Obb3pzWe6Zt376GzHnfepur0l9cdHTLV1pe4M9N//OLrky9iAboO/Aqm3nVXa9Ku/JnNpvlblenPzNedTfzBuvb6x7Msxexw/e4Or1qYfyzu12dmCH+2Vddk0aY30gLfa8Mufpe+VVXp467X5Ne2bKv76HVbH0C6xPY0xNYf6izp8d3qg+Pfr7eHZgKdAIJP3EHcsEXajSQZpFZsHT6Yg6mu3pVviHpCXMLzjjXM6hzdhjI/SXnhr46WsmHCL0G5qEn9heaIUK/WljNeBamlsnsATNTnBl6bXEufnzQITQzC0Hq//ZSBeaAtSJ5gaFnoW3PMvvApJHOS4TJ5jT/+neZz81wFsjVTrI2eqbxfcTZODeQtzAD7dLDcL0RW5V5cDF/azvzxX1WF+3FuWHmDHhCr405kKhniwbSLTILlvaukcYc9LpO/oJzwuRJODfQpEheAD/olZmDnthfaIYI/WphNeNZmFomV+7BmQFzxe5flyBG8ISgMQOS+FrPGqR5ZA5YKJJnYBYypbyk93q+OqmyD0w3tR2cGyabF/xdXzg3u8HMNraRdeXPUxzl41Ms5gqDM15x5Hh6222u3nJby69FvPW21yTnAot75C3tPPHU5Fh6ywV93nabY7l3waqtT2B9AifpCaw/1DlJD/4gtm1SU9yGCvQa+IIMiEQY5JohAuVJ8ACaFMkLVHnmZiu8GcM/glYEz4g1xllyk/wpkwu0Ds13Qkio2VJziiZNX8zBdNfeq+wBM07Zc2tOUR6sQWuLufmclpiL2Gzpys6XmqXjrXxBrNpL3kQo+ONFiQjkHcxBJ1jCWrA0uJgF8knC7GRfKFb5hn5P2ceT6RveQJcieRY8gWIbmQGXuBmswdLt1fZ376ltZZQxC6NCScAbSvUJ/UTsgyf0tuV8gKiovF1rhgiUIyONOaBJkbzAaL7Q15MrfNWPf0R6NuIbsabcLJqVEhHIOzTfCSGhZktmIiZNX8zBdNeoyh4jcUpgD5jqsVqTkr/2ZH+6PTSnaDW/WIMvNjdmYLPa3FnDZtXemYu0ci4wC7laUcO7WCwX2AfKHVaRNxFMyl3yIUKvhzmQqJwIpmuGCCZNX8zBdFdXrfLsukPS22Nnl2B4eqbvv/j96T/c5D90vOvV7/IX8vR/8XTX/uLX/8LXT7vX03xN75Nv92TXfvJ2P+nabz78N319St96H+9w0pIeWtZ0fQLrE9jfJ7D+UGd/n+dp42a/s/F/DcCByYn+Gzf9JocIFIhguXqJYFLnQz6COaCgSF5AnoVyWa7wZhj/CJq/bk8GNzwjVo6z5Cb56ycXaO45mHU93qjbWnOKJk1fzMF01+5VeRNhximem9zbmRMutLeMxgzQoaicNbCueqbeaL+UtNjNWX4iL/aByT30uhULzfIhgrcxQ0IEcsFamKYZIpg0fYXZ6cY9VtmnwoIzR3ykNIsONLUxzpJ7yW7kwpb2BrEVM8LF/M06e5/j+a6gVniG7l7KXj0ht5C/Yq4naHgCkmL3ueSiqXgNclNRutfOQhr5CDyAApE4waTXxFxtCf/I5BznjVhzbhbNSr1n0j1LzdMwhJppzEdMKl/MiHLX/lQq94lnJ/fNS7MZnRlgLkZyQa3qmXqjfSpbZNZC/cXZ6ru7zqp98I500/1EXkTwKnMkRCAH8ohpmiGCSdOX5qe7umqVZ9cdEvbplju7dA6nbWIv/eH/5eHpmR95pnPhfS5Mz3zAM9MPvfyHfP2ZD38m8YOew0cOp6e//+mu/fw7fz697o9el779EX6N8AAAEABJREFU577d17e++63TO//qnaf2I+h9vMNRS3poWdP1CaxPYH+fwPpDnf19nqeU23H/1jN/JH5/AlQVEz9ZB8QIGgSNGUBSJB/BHIwKJ1fgzOCnKJ0PHbypf+tmTVZOBJNS9yyZh1T+oxkilDtDZcYzdC5P5U2EGQfODLQpdq8fMX5xxw/QW5gBlorKWQPrnufAw+uDWzc30IvLeM5i07jAPjCuBIXzRkIpl+IHXmOOhAjkMzALM22p90xT3R/7XrWuMXbNnDu2knN2IPczejK44QlBZiZCibWicvdkVtBQQDNEKLTti1zlrzMrzuyMJ9Cm2L1+RMBLUTlrgxmwNCmSj2AORoW8MOmVH7H/gl/+7mMfKFm6zrmBhSJ5AfzAy/RHXMzfNEOEfFer4kmqSF7J4qdUuQdnjvhxmIXh359o4E2bm2ZZkXNOYoRaYg5YKJJn0GymlJeG58x3ZVX2yhaiyHkjsZbJ8QQvMUdCBHIxXLc6s9Auy4F5KHeslX1+An/4+D9MP/3lP51+5s4/kz79wU+nY1cfS2ede5bv8qCffVDiBz1XXnZl+pm7/Iz3Pe+Rz0sXPfii9NKffWl60i2elL7ghl/gPT6w3tYnsD6B9QnMPIH1hzozD+j0Lpe/1PPNFPReH9/sQBRZi6AzC0HydKRlZr1x4jbymOj1Ent4Un9jD5icwBcyTXFWORF67cxDT+wvNEOEfrWwmvEsTE38mC8zwR6QKUWJM0PU/DetPaFd4AftksAskAO5YN3B3PHjmyX5Jive8SgWh4UKv+GI1uwDWmej/ImQbdqK+MFWsYw5sHTuYhbm+vzjVOkZvaq8ewOLJ8bv1eE5WUPYh10AaRjROjRHhK4wTuQzruy/wl5Q5cy5YaYZP+i1MQcSlRNBukVmwdLuYg2dQMIckFcwmp+bWeAdrdgHojbK8QYKiuQF8INemTnoif2FZojQrxZWM56FqWVy5R6cGTBX9L9DECD6kAN6CzPQLj2wBl/oxhywViTPwCxkSvsusQ9MGuu8RJhstp9TWn3kyRxYrbuG67bALLTLLow05qHrmE9GHnMjC/3n7E73+kOe9ZD002/+6fSUi5+SvuBGX5CuOnpVOn5s81Q/+/HPpis+e0U6cs6R9JQ3PMX7vvu5350+9b5P+foX3v8L/gOg1zzvNaf7Y1jPvz6B9Qkc0BNYf6hzQA/6pGwz8QWWH/dA71z8FgcQFcmhXWuGCJQiI405oEmRfIbNl72ZJsoTrzElGvpwvki/Olhx3oiVmbXQu9Ai/aJV8OiJ/YV1pEi/mlnhB5nSnMQ+cz1dvXIPPKGbI9EsEfRxIgd6WpiFdumBNfhCN+Yi0vcr4r2DF+eEyVF5E6HQLB8i9NqYg57YLlpdM0Roq+XAHJQ79l7Rx77CiTMDrYrkzvCcrIFiG5mB+PcHa6Cto+1PROgK+WQ0n2/bqPjBZrXozj5QNVS5B37Q82QWEBX5OJGD6Zohgkl+8WxZgwu6MQesFcknwGuivKcS54tMmnHeiDUza6F3SSNCv2gKHj2xv7COFOlXMyv8IFM6GZLOzt7kxKTzEcFFu5GDpbqYAdb62LMGtA7mIl0hn4zm821bFe/tqjpjH5gckDcRCs3yIUKvjTnoie2i1TVDhLbahZHGHHQddYk+TrPd/P0xahqdYtRxbRY++vaPpne/+t0O/+dWD3rqg9Jv//vf9vVzvuM56cpLr0zHrzme3v2aTQ+9x645lp5276d5zxtf/Mb0Zd/4Zaf2I9rhPXVqv6D1dOsTOH2fwPpDHX3sro1x4i9bvlADL1sx8UUZXOxUVvbrpM16c7elqcOcNVhpe+EHKIrkFYy8hjML/RjHM4Lmr5sEPyAH8ohpzFroXWgRL8Y5chfztzhLPuzqNHwiw8aKNV6i2M4eFBXJJ4h+5N7KbARxuEYzmAFLu3+dwTpCzT9OBQ+vZ254ZOS+hCeKIvkC2AMmR/COFJrlQwRvY46ECORDWl0zRIhtrCFq3TPtiXWLkVdurD1XrpTT8Ix4Dx4RF+0mzVJ/HRY1a2l3SVP0gmYVXSzfNEssdslLsdhYLuAfyXbKn5ht6IvyQyUn+vPSvCIFcrBcvUQwafT5idbBHCAoks8g78m2BX7ywTfiunwUXbQb6wiSMbzwQyMCefcsNe9i/sZMZNhFzTV5Kbq47IYXzE6xx2zTpgG/iKvMD6EgjbxlNGt61MhNsm8wLNM80cXyzbrLRVXwAdaK5AtgH5gcwTtSaJYPEbyNORIikA9pdc0QQW3kQppH5sAXy274TU4UfWcnJ21P5+It7nKL9A1P/IZ0wX0ucM6/5fn+Axr+NQ7aE//6iekLb/KFiXj7+93ee9BvcJsbpJ/4u5/w9Xf9xnel6930eqf2Yyh+7E/tY6+nW59A9wSuRcn6Q51r0Qdz9FIm/rLl9yfAjKL/xm3iB0H0CmZAayJrIO/ADzphWXKiviXgnOCn0fmIoOdGDt5UvsmHCN7JXMTF6RuzMOzqNPnRQE5ciLwUi+N6BsWGbQEvQFGcfC8Nzq6Z+LFGi+Dd8xx4eL1wi77ZlgVeuXmdM1frNPYQnVhOep7M0UoE8hl689bLMxhqJqfeM03L/uCHb3FqwXto6IE3uM5rBhZEfIEc0CeQDxG8lbmIi/O3bj7XKr9crVLDP5IdY59sIS/Kjyo5ccnHnRmIH2vW4F66cS7QekGM3gvGqlo5J3izzqfoot1Yg6U1F37gvcxFXJy+MQvDrk6THw3kxIV0XlNzfB5N1Qc1PCNe5nzgi/Ym34HObNvRBbSIF5gDForkE8y+h/CBCY+5ks452cceMNm0LfY8NUeEbVsxi/N6BlHrBvGDTqhP8JN3/dTauT6Ba98TWF/R+gRO5Sew/lDnVP7o7PVsE1/A+QINvS34Rgx6Yn7BrFDHcO06fuCL3W749ibxg564bIEn9KbwBESiYD2BfIjQa630YIZZIAflimgd+HaL+iTrFcd38MUToo3/9ronhMVgj9GstaKBpduLOUBRJK8ALxi14gOjQr2AL/Qm8BQUlBNZz4Af9NqYhZ6YXzAboUtr8g78oBPqE/zoJgK5gx/4Yvdbz1M20ZccVCvESR/moTA7lHNenbbAZ+irNV6gtceh73DtTeUbftDrwAN6Yn7BLMQqa4iaf85Xevbm2gV+0C43AT/YrHa64wm9YTxz9JrKC/yg1yG/nphfMAtUiaCc2APfnlC3kCfdMWe968cKH8BD0b0QcgzO3s2EXjQI0vZf6iAOPJBK4APZOj6QLdaJeEOvG0+QSA5az0T8oNfGPPTE/IJZoY7h2nX8wBfLbvgxoUju4Ae+GN9u9E+H073efGTMm0yr5N5tHzHLG89M9z5wzmj3JBaxnkHtYlsPeeNGu4/pu3E43efiA+ANtseAe73x8PiDvirrE1ifwEl7AusPdU7aoz+AjSe+2Po3YlY/HrEj8UUbLF1+mRe+JU98RbV5heesV+vB2bw3rEtn9b7aG370Eo2hp5e4VeLPyHw4L16K5I750GNh2dV6jvxMd1+LywzbbuYMeXi0kqKlyy/zG53TXHjdwpbLLvP0M8VoDvIj2rJ82dyoiNbS87ZG/IDXYctlV8ETE/ckqQUveolG6ZzyVWSkiPl4jdjS+VpBHoomTV+thz8ry/EiJ3ZMO5Sr5pfzct/yVLHCa/JZ8yV23jbB2uuWFy+by9bQW9zHco/W7NHW7GXLZVc7Jw+P5jB7TuspXjOeO3lXeBbPowIe5DGSG/66Fa1n5zParH8c5KWIbuBroeryXpvHj/Mpkjvm4j0W45XTYh0fgQ85saPXXLlozykvRc7ivpU2o7bW1z0s92hN7mtxl8s95KVoRvIk2jJ/WX+2gN7S87dm/NB4JrZcdrnncRsNmIN7Wlx04cUA0eBMHabLM0aTpy/z8Qai0fmRWwEvC93/aSa5uPnHDqe7vP3MLZecke4Cb7c4w1daHe4SIvmId5i/sN5RPWj4LeaSw+krR5zRasQz0kX2mqqws1wE5neReNthmx/v0dXVV4xhf7wmuKvVFvPWQ+mu8DaLGfTx18d8jesTWJ/AyXsC6w91Tt6zP+E7v+cmn0jvuNnHOt5peccXfzy9c8THTNvwDqu944s/lt7RRfIZbv7x9I5K3m59JXoet7DXMOTmpgXebnnJy3Wbf7tgX+UT8RKrVXPLTybvJRpvh1t8Mr295ZIQyau45afSJSM+adqWy8+6etl7iH+5BUwpkhv882qwtP6yb+rsO9FiP35QbJgqcD4IPUMvvpmA0DKd4geZLrwhU9pKuVk02HYl+RAhlPaUykux2kznI0IYxEsg8zxZk08iHyKEZuYBSZG8CO+jWMQPgoYPBKk+xQuYUCRv4TW3aX3AJxImOScEqZ8y11c2K3TYrPwuHyK4uOQ2fLZhFj8IUn3KOSFM7OwlD/xAa4t4RkxaduEHYSr6kYfSfCovxczETp74ieCJF0jy96otombL8RW9yEMHsxCk6ZT3EMSuvXoOvQZ+scxrhqjN5vhBppHXDpnSRirMJXTYdPldPkRwcY83fCKL7HQ+IoThnCdaaMmn8iFC6GIekBTJq8BLhAF8IEj1afQjr58sd+ITCZ2cE4JUl8ovdMuHCKE0n/L5CYVO/KBQnpYnzqrBxZ+fGlzj+gTWJ7CvT2D9oc6+Ps5Ty+wDN/in9O6bfrzjXZZP84n0rpuKj7e5ovQTH99pZ5jkZp9I7xzxSdNODd5xs0/aD8NOBJ8y3y1XnnGNv+H4gipc0G3ii/zwhzHZefnk4pR327/Ys53zkPHHz2uDW0kftPX/Sf+oaOUpTechCvpjztqoPo/1Zi88M4V98R144ym05XAtPRvxg1CsnmcOwqynaOCLza3ac9Nevg981Yi/8qqITyQM4QWSyIU0j5r3hd1YW4gXc6yJQF7N8eNprnexpww5K2htMeeFBlaev/CD0MksICmSj2AOKMRIDugt+EC73C0MPGWyJ188QWYW8QNLu38JwRrQqpjwnJ0fzHb9A53zQFdfkgy8SqOL/PGEgtnQizX02pkHieSgtcU4E3MrzV94waATH0BWJF8EvhCG8BKSh2vp2YgfhGL1PHMQZv17EDQIerVnmMmmA196dvKWDxEwahn6aU1sWzZhMOevfVPp7pohQleYS4behf5FntEDfwhazgsNQtuark9gfQIH/ATWH+oc8AM/2O22P5v/nUf9TuL/VeJvPeK30iWvuiS9/oWvT6/7o9el97z2PekFj3uBH+uaq69Jv/jAX0wfevOHfM3tmquuSc9/9PPT2175tvSnP/enHtGf853PcZ+LX3JxeuGTX4i0chKfAB9p6B2B37D0hHaBDrbUDBFM2pcLL7GTYXu+3G9Ho9+iPfCMmFGcJzepd3Uac1SIQM43OuTAuo3MANJi8JwY2tM3TZwPgn84Z6eiQSdMJfhB6GEWgpRPmYvku1zFD3xxKtziucntTJwvYlJ3SZ5gfNUAABAASURBVO8EEuZAH3PyqFuuOUWT6i55znTjO9OSL3NWyFc7FX/ohKkEP6CnjcyCS9xK0B+JfehhjR8EaVk682x3/hzlnBBOwzkBTyIlIpDPgh9Yo2aIYNL81c7638OZbnwimZZ5aWYPGbCP8tmIZ8QGmAdLkyI5sAbyDs3r4601DeQWmQFLR55oReRZbNgU5L1ZLbhzPpgZwR9m2jZl/GCz8juz4IupG3ORiV78YKJlulTxbPl8mjYJVc7NkgiWc76ISd0lvRNI2jlSR2simKg5RZP25cIPI0XyRXA+YEiRfAD+MJDX5foE1idwgE9g/aHOAT7sg99q/KXrul903fQlD/iSdIevvkO68e1v7Ee64N4XpKuOXpU+9b5PpZt+2U1d0+3Vv/Xq9PVP+Pp0xwfeMX3LT35L+p/P/J/+wyH+3yzic6dvvlP6wMUfUPsaD/gJ6CNMhN72fHMjKChXNE0zRDBp+vLZ+U46xLRhoap9FEttpmsfoi3Ll7wUrZOZiEl+jTTNKHqX3eKaHGmALeuudn6umbPN9fTq8iVCKOa80IA2xdFvFuVDBJpbmAGWiuQjmIuMGrYCPrBVFmTaY2YEf5hp25TlqWgqsxGT8v+6ghkvWrfyuEYD06zDPRRNmr/a2bnGRZ5DM/aAoT5Yaw/FQbm/xA9Q26g5RUqip9EfURMRndiiOcVWrgsDr9IQ3qXaSMczEhrwAaQYY07NPz/x8IXdyCNIBhezQD6J5mkiJw7AJzIo1y3xFhMTi/aRn6L5xnlyk3qfW9K6Zxlme5oPbrq5RyjNgu9s0+ZfjuJd0bptkTcRtpVshj9QVCTvIR8ihCIzgKRIPoK5yKhhK+ADW2VBxh6V7dV74Bkxf2ZzWKl7T5H7+4ZkMO/6QBv6MTaJ5iebtu8j/Gda8+W4D3m+q3vd7AOFtlVen8D6BE7gE1h/qHMCH+7Jtx7/3Pyqy65Kn/jfn0if/vCn02v/22v9iDe+3Y3Tm176pvTev3tvuvC+F7qm2z9/9J/TOeedo2W63s2ul45dfSy98aVvTD93159L/+me/yk95JkP6eqjZBVO2BOIXzj5SENvM36rAhLJgbUiucEsWDp9MQfTXV7FD3yx9MYeUDnHPjDZjh9kmpiFWGINrjEXcTF/0wwR8l17U+PHftaJc9NEBPIJODPQopiGc1oTgeYWZoClIvkI5mBUGAv4wLhSoVTuUeG0bcEzsq0kzgnxY8QavI05EiKQ880yObBu0QwRWnk6DDymmqs9hybsAUN9sMY/Mij3l/hBUOMsuUo8W9bgGnPAQpE8AzORTEte4mOUr2RVzpgtDEXOGxnWB2udHZmcmDSvM2pNkZzYwgy0y3JgDsodXQU/6IQlSeUesqzaB0/QUIjMA1KMyrtnyTzQKAZrzRBBbZNx4DHZu7QobyLMzHNmoE2RvId8iBCKzACSIvkI5mBUGAv4wLhykhTOHQnHyJ0TDbyNORIikAM5kLdohgitXA7MQ7mjq+AHnbAkYQ+YmcE/MtO+ltcnsD6BE/AETqkf6pyA1/d5bjn+tvLMc85MN7jNDdLNvvRm6cNv/bA/nzPPPjO962/elf7xH/4xHTp0yH6JcDxd9k+Xpcs/c3m67T1um97/hvenyz59WXrf696XPv7uj6fDZx5OX/F/fEX6yX/4yXTf77lvOvrZo+6z3k7eE+AjDb0T8A0+ICqSw2DNLFCahDmYbNoU8YPNauG9co/oOrsXnhCHQq75GJXbJ8Wmk3nYrLL3biZbLYgznoWpZTJ7wMwU54deG3PQE22BBpbqYha0LkbmoNiwLeAHW2VBVrmHHNkHtM5GPCOhiVkIUvdbzKj5ewoPiTFvNfkQoZXLAQ8od/QqVZ69iXbBHtAuSwF/oK5IngU/CEVmAGkY0TqYAwRF8gz4QKZ0ciXODTOn4OzQa2MOemK7GOjMQlstB+ag3NFV8INOWJJU7iFL9gGtsxFPyBbH/3oBP+i1Mw9RHKzjTMzjSC9nHnri9KLKd2jBHjDUB2u8oSeX5tAhNDMLQfJ0pDEHXp2+MQvTXZlqpX+crNpHvkQIBrl5NAht9oYzRbNE6DVYS7u2Tv960S7LAQ8od3SVas9uIiTsAUHKpXEP8lzPqq1PoPQEVn1/nsD6Q539eY6nqAs/N+8f7ZJXXpJ+5AY/4vzAC3+gK971wXdNd3vI3XzdNE3iX+ecfb2z05d+/ZemKy+9Mj35wienZz3wWemDb/pgOnbsmPdxu9/33S+98Cde6D/0Yb1ysE9AH2Ei9Ha3j6P/1rEn2iLomiGCVaevMDvduMcq+1R8I8GZgd0UybPgGbEmZsDSROSbEWKEWmKOhAjkQ1pds8Py5LqdnewZFDnrQJpesgdMd6Xs+ZmD4ccEDYJndj7Uu5S5SFcYJ9We49FqhT1oJgJ5kXhucmtkRtjSL9YkRCDvYA46oU3QwJbMREyavpiD6a69V9kDZpx0dtrIiUXwAxrayAy4xM1gDZZuL/oj28ooYxZGhZMt6PyFc+jMROi1lWaDrhki9OZzizCbyHM9QavyDP1LU/wjk/OcN2LNmrW0u6QpdgUSzZMPoWZanCM3afpiDqa79l5lD5hx4szQayvNoUNoZhaC5OlIYy7iXfkbs5Cv7q9atQ/nZlsiWM4cWNpdWhOhK5AwB+QRNDCNmYhJ0xdzMN2192rlHjo7G5ITTxCr7foE1idQeALrD3UKD+baIW//s+/hv/HwdOjwofSUi5+SfvETv+gcPuNwuu09b5tu9mU3S/zv6tz67rdOFz34onSzL79Z7+Xf6Vvu5P2/9KlfSr/4yV9MzD3s1x7mPc2hJv3w//vD6Zzrb/9PtLyw3g7kCegjTITepvwHOEgkj5iuGSKYNH1pfrpr71X2qXDhzJHJETwj1hxnyflmhBixNvs1mimDWdfjjbqtrdN/06Zo0vzVzs43bjs463Y1kcmbCBOtlOK5ydGK/6oEP/CmzY0ZYKVIPoK5yKhhK+ADW2X/M/kTYXKHeG5ya2ZG2NIv1iREIPdnScIckAvWwjRmIiZNX2F2unGP1cp94tnJfVdmPRnc0AG5jcxEvGS3oebPlBlhPaUrzpKX+g5M15kVCxvrrESgTbF7/YggL0XT1EsEk6avMOv+093+d95My57KnDkyaaazK1pzbjZq5NZ2Yv+uD+fxvfb7hj+eRCCfgNcMtCj6xzrOKicCzS3MAEvFYc6682QeXMzf8IF8dak63V+1D+eNmCVzYGl3aU0ELzBHQgRywVqYxkzEpPzFDBUikJ9IKveIZyc/kUdavdcnsD6B/BNYf6iTfy7XErX6P/uuJa/38/dl8JGG3hPgNyyASBRaE1uYhXZZDtGj3NVVqjy77pDssM/sXhOezAIniFG5/6Za80QaC2iGCIW2vjzj2W9euJI3EWbGOTPQpth7/V5oK/gBWgsVYKlIPoI5GBXGAj4wrlQolXvIiX1A62zEMxKamIUgJdbgGnMkRCAHciBv0QwRWrkcmIdyR69S5dmbaBfsAe2yFPCPeF9pDh28aXOLs+SoMSpPzIE3dCqrEVQjo4aDFjh3ZGZ/nZ02cmLv9SPITzmxhRlol+UQPcpdXsEPfLH0xj4LZtgHJkfwhEwTsxFafE0CzEXQBLpyi8xZSEQgn4R5mGzqF6t8NSJvIkgvRLyBsmJiDhBBORHQWpgBlorDnPXI08X8DR/IVyfUwdkmOrtS1T74RrrplHLzaJD4w5yi8tzaNM0QwaT8JR8i5LtG6qTnqDsI7AFByqX4R3I9q7Y+gfUJnNgnsP5Q58Q+35PqftG7bpHu95bbGRdueLPFHbm/zY25IN3/zYE3Wb6Ar257iVtum776TYE3Wl7gazI62u7cJvVnWU9wsdVmuXX6movHPMC0Sd5w6+R14ohbpQe84Vbp3CvOTPrDb0ZAa4/8hgV8MbgNdGZh0DVeMgfjSlap8sxNLthD47N74QkaGMThPGvwNs0RwcX8rZvJl/dFbXZx4dwwM8v5oddWmkOH0MwsBCmfMgf5ak/FD3riyVxw7kg4C+eEIPm/Yhhq3W+v1Yif8jZqhgitPB0yPqWBas+hAXvAUB+s8QdkRfIs+EEoMgNIiuSj9z9zQFGRPAM+kClNS+E/bKYbN9XRGTdy+c65odzhFc4OvtCNOcidEV19FpkFS6cv5mC6y6v4gS+W3tgjd+6CT9U+eMKMh7yI0GtnHqI4WMeZmMeRUT7wGNX3Q2APmPHizNBrK82hQ2hmFoKUT5mDfLWn4gc98WQudG4ihLPkzokGoW37r78Qea8PfJA1QwS0SfCAyaZNkb+Lqjw37f07e0BfHa3wBwqK5CvrE1ifwME9gUMHt9W600E/gXOPXidd94ojxlkt5POcazNDNj7DWfm28ahFsPl8/2Ze3vSQE7eYxxUB/ADPNjIDzBAjaEUuPzNdt8C5pp97+ZG0iWe2kfUEdqZub5/XXIz9+S+wPWCzV7/W0/C23pw/83DGNYe63xTxRRtS/MM3DyKnm6YZIpg0feX8MhN4iUx5XmIfuohAniHuQZ5p2Ur4RKzCDFjaPUvl6MA6MUdCBHIgB+UWmQFLl13ymZnayRtP/IG8JeeFBm3LJgzmNqLd0cFSXcyC1sXIXKTYmBJ+kHb9wz4zs4v88YuYN/MZrJLy59d8sj+FfOhnnfMXXvNd+TNVzHkLe4Avyjednw5yYhH8gIY2MgMucStBfyT2oYc1fhCk+nTgVRrcyR9vCKb4AFKMytEd5sAX4YYGJmmGCCZNX8wBXYrkAXwioVSfyluxMLloH7wi5ql5S/29ryidiNaheQTlRK0tMgOWdp7kk8hjsmlTlPdmteDOHjAzgj/02kpz6BCamYUg5VPmIvkuV/EDXyy9sUflTPUe8iSC+TMbMan7+EtH62BOIJIrtrnmFClPwhxMNqXeudIuf9gDmFUkHxDPTT4or8v1CaxP4ACewKED2GPd4iQ9gVd85VvSKy5665a7vi29ooKXW8+euNsl6eUTvMxqi/mqtyefsfinu3L3d6Q/LfBS0/fEPd6ZXlrBS6xnJ+75rvSSlhdbhA+d/zn/FwC8vfjNCJB3DH+7wjpijZohgknzFx4zXXiJmdZ8mT0i+S5//exTKPfl6EduVWYjJvUuai7QH0HkGxxprMktMhMxqfKyNjwtlC6+WcK7VM/q7blG/zLEmnNeaGBlf77EETOes/MY4hFBK4AfFMrTsvaY7vLXyvOdaduU5aloKueLmNRd0l1ghoQI+piTR6xHc4om7du1J0+dc+Y02oM409r/bTb+NsBcxKTeRc0F+iMutjf0NiUwE0GrBi99vKqHZhrxjIR2nZP3JTklIignjoh+5NYQZ5SbPH21s/53R6YTn0imZV5iDzHRzT4T5X5JfopWZT5iUndJd0Ezivp4a00TuUXNKZpUd8lzphvfmZZ+uT2Xf7yU9zt6K/wBUZG8h3yIEIrMAJIi+QjmIqOGrYAPbJWqiJwVAAAQAElEQVQFGXtUtPP5VNG2acEzYirni+DH2kr+dUS5fxxc7BRW27/r5GsqHRGT9uXas2c4Y/d6MifTPpnSKq1PYH0CB/QE1h/qHNCDPhnbHG+Op5Vr6TOwjy2/guGbiUjvfTb8xpE10KRIbsjD0vmLWZjpXOQ59MIfgo5fWHZpSe8alOAHWoeIBwTJ005jbggd0shbNEOEVq4PeGa65aWYaclL8iNC6MJLSI5rcum9KB8ihCIzgKRIPoI5GBbQIOj4QJDqU7yACUXyAN4QpOkUn0joxgckkQvXmCMhAjmQA3kLc6REIK8CH5hoxg8mWsolvCF05LzQRGjNp/hBqGpWMZQ8Rd8klmk2RnLwps3NOvmrs2OjVt7lpTgYk/dAnl7iFQnd0Y+cEhGUE0fIjwI5sYVZaJfTYTDbNQ90/KCrL0nwgpmZRf74QcYTH4gl1uAacxEX7SbNUl2aIYL0qohfphGfSKalLMmTCKFTnkHqfQ5Qj7Uulw8RukKqm0/2hzmwtHehQRA5BwSpPsULmFAkDyz2xicy8JIfMeJtzJEokgNrIG9hlpQI5FUMfHIz+EGuNqvhD6Ex54UGoW1N1yewPoEDfgLrD3UO+IGfjO3Y81kPfFZ6wWNfkJ76FU9NL3nqS5DSMx7wjPSSn3lJeuItnpj+9nf/1jVuH3n7R9ITvvgJ6bnf9dz0W4/4rXTJqy5JT7z5E9NPfdlPpdf+7mvTa377NenHbvVj6fE3enx651+9k5GVU+AJ8JuS6mPw25fQzCwEaT4dfKEfDuAHQ71qPTgfM0MvvoEAalXgCYXmoX+hrS/jB0HdySfMl9I9+3JOCBvgCUg8S2ANaLPgB6GRWQjSdBrfR+T4QZjCD4K0WzrwxYTXTFwEPpEwzDkhSHUpfoNO+RBhUJ5f8jwnunbyxI+zAnmLvHZ6nnjgB+QteAJLRfIscVavGw3CAD4QpOXpwHO5QWYCTwglzgmS9GyjploxzngW51TgWYLWxL164iEGXpJj1OuO2mSOJxSaFj0/eeAHWluMPjG3Ut01fK42hQ9YmhTJF8E5IQzhBTxLoMSaWAV+EJqZhyDVpbxuwA/CFH4QpN3SgS8met3k1ciHCGGQc0KQPM1pXtBt4IOsGSKgVcOznGle7Ck/zgpaW5SXnqeildZrfQLrEziJT2D4Q52TeJR16xP5BN73uvelr3v816WfeuNPpXOuf0569oOe7dt961O+Nf3s2342XfG5K3zN7djVx9K/+fV/kx753x6ZLn7xxelVz35V+t7f/d70uJc8Lv3BD/9B+pMn/0l62j8+LT3mTx6T/vBH/5CRlVPgCdR8YaWnaZrUNHkWv4yCT9Ns/W2zHWxt3qaaxmIBKy+7Cj5N07hP02yiL2pvNtM0jb3EMSZuXKze5RuleG/aStM0NjLGxLZjOjRWBguJ6BQ8m4YqnRtYwWZVvtPTNE1qmjzlyUzFPMwoNVZqmiY1TR4rWEe4rC+ssmljqmO9TdOYRR8TrGPZ1TR9j6YZr5c5WjceHsZeTbPRrLz4aprNbNP0I6+7wc10whKaprHxPPg0jdVIKmnoY6aAl7lNYbN2qK4Dz6ZpTMpjha7Xc+vdCvmsaeWmaWxkjIltx3xorKVHwbNp6LLmcI2VUGxTepqmsSPladvqw4RX02z2sM3q/drOprFZy5vGYgErL7qaZtqraZpFft5sM03T2EscY6JdTbJbqv1j3d7aNI2NjTExNd4xfYs95E7Bs2mobvzIYLOavtPXNE1qmjzT06Fq82biQmP3pmlsmccK1hEu6w2rbNqY6lhv0zRm0ccE66i/GmttmiY1iuQZrNy76O8JwwUepjVNk5omj5WXXQWfpmmSbZLs7jEt/NM0TWqaPFg1TUNYOf2fwPoKrgVPYP2hzrXgg1jzEh77ksemv37uX6cfPv+H06fe96n0sbd/LN3nEffx0bPOPSvd//vu7zm3m33ZzdJdHnSX9Cvf8ivpnt91z3TFZ65IzaEm3eC2N0jHrjmWjh07Rlu6yR1uko5fc9zz9XZ6PAE+WpHRqZvlX6Dlhxc50f9vr/ntjnCx/oZPxCflpehi3Y1XBaPu6EU+apgXdM5eJ16g50nea8gv8KJCBHJ/liR4APkMzAKvmRjpjeIHPbFuUfSsG892RU9yb+J8ERfbG3qblgI+Ee9jLuJi3Y1nGjvx9nX0I3dx2Q2vyGha76dRoSzIjw5yor+ndEZFL9Td8IFeNz6AqEheAV7D5+pj+IAvlt3wjPi0vIjA8wRy8KbyDT+qRCDvniXz4OL8rZu3VnJhy+z/5obrC27yU1wwWmyVl6I38pojLtbf5KXok9GP3MW6W/Z9xCg+oJy4kN4ZNStPrSsjXrQSgdzfSyR4AvkMmuV1k0d6o/hBT6xbyDPbvUfPnre8iMCGfH4StSYvIC9Fb2Mu4uLy2357yk9xdCK97lGhLEQvcu/Ua2dBTlwAPtAbOW6KvBR7DetifQLrEzgZT+DQydh03fNgn8C7/+bd6dW/+er07T//7emXPvVL6dX/9dXpJl96k/TKX3qlH+SyT1+WnvfI5/m/yuFf5nzgjR9Iz/zaZ6bzb3l++te/8q/TuTc8Nx0/djy97/XvS4fOOJQOHd68bd7z2vf42k3W22nxBPjGj4MSgXzEwm8m8AF8FO1XO8lJgz94Q5CZgSAl1hGvMQcsFMlnwKfYgg8UG+YL+EOvE0+QSB6RXoj4gZeZIyEC+QzMAm3ECFoHftAJ9QmedCuS99jRFw88gTzhAyxiJAf0lm6mXROkEQGt82QeXJy+MQvDrk7DB4YNC9Z4RbKj7AHZ4liUHxVyYvf6fTG4DbyZEeocrl1nDnyx7IZfdgI/yBbrRLzBu+VFBBftRg6W+rMhToAfeAtzERfzN80QQV3kwjX5sSAnLgQ/RohA3gNf6InTC3wi3o0H+CLc0CBKljNvobtYR7zAHLBQJJ8Bn2ILPlBsmC/gD73OoSdr0WvML/ADrzJHQgTyGZgF2mJUju7gB75YdsMLslNzntmhrYgvuCIvoqAQc9YF5EMEb9OsoovTN2YhdrEG1xZ4eX/mhlck05Jq/i5K4Y/8kMiJ7sF5fRFuaBAly5kDS/0iB1/oxhxovcb1CaxP4JR4Apv/Oj8ljrIe4kQ9gQvufUG64rNXpP98//+cnv4vnp4e9uyHpUf/8aPTlZdfmX7tQb+WnnLHp6SveczXpDt/252dD775g+n9b3h/+syHPuP1BzzuAek3/tVvpF//jl9P3//fvz89+oWPTj960x/1/72d733+956oY6++J+AJ2O9X6lwXfMHGE3rGud/e4IkOoZlZiN84sIbQtv3tNeLAAylH9MzV90PjnDDppfMSYbLZXqrVR57MgdXmLmZh2DfS8INhY8Uar9nny8e8wivXgv9I56zyJIfQlJvJaUlzRAgeO6f74MNZYeczZAbxg16Js0JPbBcDnVmgqo83a0DrYA46oS6RZ1338i7OCZOTnBtoUiQvgB/0ysxBT+wvNEOEfrWwmvEsTPn/HkvVs9XnU8ko6JwZkBS7zyVEwA84N6C1MAPxXKyBlg7mAEGRfILoWWyr9CrNc04o1V3XHooulm/4Qa+DWeiJ+QWzoCrPgTVI84gf+GKfb3y892CZPWv049wQtUw+8qFHc0RA2yv74MNZYfYoC54tftDz5KwQRTzRIOjMAhLvIyJrIO9gDjphTdYnsD6BU+EJrD/UORU+Cgdwhu/7g+9LT/j/npCe+FdPTHd/6N19R/63dB7zosekZ3z4GemWF93SNW73eNg90i998pcSNbjwPhemZ3zkGelp731auv39bp9udddb+cyzPv6sdMPb3pCRldPkCfCFGqqOyxf+ikb8oNeqWaKgIeasDWbB0hSjcnRHs4oulm+j+XLrpoLvJlt0Zx+YHJI3EQrN8iFCr4056IntotU1Q4S22oWRxhx0HfXJyKs0usAfT8BKkdzBB3xhN3KwNLWRGYEMwzWa+j22s65nbtn5TJ97oeMH5Aup3gtf9gDyCbKezAFzMZKD6cxZSEQgB3LBuoM5QFAknwCfifK2NPbb1goZ3pFC20bGP2IqsxZ6lzQi9Ium4NET20WrW0f3PMnbajkwB+WOYqXKvzidL+AJVBWTzkcEikAO5C3MAMsYlaM7zEVcLN9G86VWPKkpki+AfWByRN5EKDTLhwi9NuagJ9oCDUgNLmaBXLAGrT0yB76ov418SqMLvfEF7BTJnaEX64g1MQOWdhdr6AQS5hSVs87ALGRKfUk+ROhXq1bsA3XNdZ10Qc+T8wEiEYY5a4NZsLS7WEMnkOAByolDVB/q63p9AusTOGFPYP2hzgl7tKvx+gROvScw+o1L7oj6DYxiridoeAKSov/2lnlBEYZr05gBS7vfLrOOUCt6enF8Y36sFhS+AeFshfKUzD4w1VN7dvkQwT11LiK4OLi1umaIMOgaL5mDcWVSGX2TN9ldX+TMEZ/kfOCLcEMDpDaOZq12PCV/X6lmkgm2Yka4mL9Z53g+37pRKzw3jeM7e43VgSJ/xUF5uMQT0BW796OLnbp9LqZLJYJJ/hyIII3ciechd3Efb3yOLrDjfBEfLZ0LPWLNzFroXdKI4MU4R+7i4NbqzEQGXdsl/ZFt5aRm8ezkfpjSOaV70+bGDLCKkVxQ696fGQ+vD27MDqTpJb7THdkq+0C2KBHviPRBlA8RvMwcCRHII2hgmmaIYNL0xRxMd/Wqi/+eX/A5ypkjvnHpfOgRa9aspd0lTdELcY7cxfxNc4r5rlbFS7TSksAes/3yJ84221/f1iNfxe5zyWrFnJrBDFjqf9fz8WcNaB2cBxAUySMlPfas+foE1iewr09g/aHOvj7OU8vs699wx/R1BagVef2XpK8f8oa+9g1WX8Tr7pC+YQHfaL3z3D594+ta/sHiAr7Jeqv5X7dL3zTBN7c1YpG/vzB98wzfYvU6Lkj03fRT5y5+wzU1E/rGjAgzM3gCbYr+21vNKnqDdcS1aaYksLQX0QS1xBywUCTP0JvL1LMSntnCtFi1F96RacvU82SOfiKQi+G61XvzrZYNzEO2mBfxzlcm1B326PZhFob2aBB0ZiKUWCsqT8xFaCigGSIU2vZFrvKP5yaf2RlPoE2xe/2IIB8ioLUwAywVhznrkaeL5Vv0KncNKoOzDarZJfuAF0vz6ECTIrnRzVquCw18TX/ExfxNM0TId5kqP0v9uRIXMOmd84n75eqthm/EZc0SXWhvrKFdEjQbc2mK1Pw1a1bRC+Nbb25cHiszfuOBrVK1F/6R7Xg263kyRxcRyMVw3eq9+VbLBuYhWzx5Yu/8pfOhQzim5oiSlRPBdeYiLuZvmiFCvqtV8WzTXcKsP6bsEUGbAE+gRXH0uYSfN1iHctaGKQks7UVp6A5z4Iv1tj6B9QmcKk/g0KlykPUc+/8Ezjh2OJ1xzaEsh02HXv3qJp0BVnOdeWB9dd+HWfA+dyaCdQAAEABJREFU6iXwg1I9o5+Z0fL78PpE/3z5/m0PZ4fJPs4NhfNoVj5EkO6ReZjxoJdZIJ+Ej4V5NqNfn6T9/cNvWmDGlWNAr600hw6hmVkIkqcjjTmgqkiegVnIlPZdYh+YNNZ5iTDZ3P+NW9fKHHRCOeE8UO5oK/hBuzxhYYc9Zs+PJ4RDMwNIw4jWoTkidIVxIp9xpaAc1De7nBsKx5DM+UFrj8wBi3heNEBvYRbaZTkwB+WOXqXKszex24J9YHKacwNNiuRGbhYNrLy9mIOtMso0Q4RRQ06Y8cyNLNbYA2YGOTPQpui//UcYgh8EnRkIkv+LgKHmnppVjEMhZxaCdMLSqn10XiLMnAZP6LUxBz0xv2AW8tWg4gdBOlXS2fNzbggHZgaC5O+luPZcc0RwMX8b+uW7ToLKuWFma84PvTbmoCfaAg0s1cUsaK040pgDNaxxfQLrEzglnsD6Q52D+TCclF1ecZe3pP/xlW+d5BVW77jobekVEdWiNshfbutJ7npJevlCXmb9i7nb29PLduBPbabIV70j/ekOvNRmOu7+zvTShbzE+ie5x7vSS4yPnH/piX1f8R97MLNLY3WwsL00p6gKa9DaIrNgae8aacxFet39BbPQV0/Min1g0p1z00AE8gzyIUKvhTmIIt9YoYHpmiGCSdMXczDd1auOvsHrVQuLyj04M+CiSJ4FT6DYRmbAJW4Ga7B0e7X9iQjbyihjFkaFKWHGc2q0usYeMDPA2aHXxhz0RFugAanBxSyQT8Ic0KRIXqDKczjL+32oFdb4RwptG5nzRkzVrKXdhcaCCOQdmu+EkFCzJTMRk6Yv5mC6a+9V9oAZJ52dNnKifw55MrjhB0FmBoKUWEPUEnORXrG/YBb66swK75mWXLlqH3kTIWdkmryIYNL2Yg62yiZDA1tphggmTV/MwXTXgVU5M7ChInkWzh2xJmbA0u5iDZ1AwpyictYZmIVMKS/hB/nq/qnsATOOnB16bcxBT7QFGliqi1nQWnGkMQc0KJJHSnrsWfP1CVz7n8CBvsL1hzoH+rgPdrPj9tE9duh4go/948fTR//3x5wrrjjq2hVHj/r6o+/9mK/pu/KqqxK95PCJD3xy02Ozl372sq6P2srm2Z6s57DLu6nqP8j1H05EmNkIT6BNsftNK/NAEciBvIUZYBkjuaBW9PRi/9ab65fKq8G5yo39StVeeEf6Ft0KLxZEIPfXTaJ58kjQNUOE2JbNw2y2vl8i+1R4ceaIjzALvgg3NEBqY5wl95LdyIUtkz9TZoSL+ZvmFPNdrSo/YistCYv3qNgnepL7eZgDFkQY5Oolgpe5tUhrl9tniiA/8gKj+ULfrjL+EfcpnQs9Ys2atbS70FgQgbzqvYS3NTMTMSl/0R/JdxVV9igWcwXtlasFDd+IlzRLdKG9sYZ2SdBszKUpUqt6pt5obzuLzFqouzgT1HX3utgHeuJwgXdkWG/X8iGCy8yREIFcsBamaYYIJvWukRZme437uWCPSj/OF/Gx0jx6xJpHswONukn2BrFsMOt65mad/q99FDMtW6nSczvQz9ijr2RWcQ/yTEuU8AQ0xe5zyUVT5UME9Bar+utnSa6onLXDHLBQJI+U9Niz5oMnsC7XJ7C3J2D/2b83g3X69HgCv/yNv5xueMENnSff7snpsk9flp56p6f6+i2veEt6znc+J/HnL3/jL9Mvf9Mvpw++6YMs03Me/Jx0vZtcz/ue+hVPTVdedqXr6+30fAL8xmX0BXr4UvQbFsVhfbDGE5AVu9+0IoK+wOMJaC3MAEsi5yNGqPU8Bx5e38tN59vBQ+ecHOW8kcnmlHqezCX7QwRL567e/FQzfjDVk6nxMcrIeWmHZ9s7P+eDoQ8ahF01R5SsnAiuMxdxMX/TDBHyXa2KZ5vuEvCHyVn2iEw2p957qfPWfBr8yejMAJ2Kw5x1ysy6PnE70e8jtubMQO5n9GRwi2cnH5SHS/zAdfojLuZvmiFCvstU+VlaPDO1A4YzR3z7eNb4ORp1b0xJsyn8kabopThL7mL5xmy5un8V9oFJR84bmWxO/WfCXLI/RLB07uI8MOwbafjBsHFivejzc8JnqsQ5wXtK50MHb9rcmIHNanPXmgiuMhdxMX/TDBHyXa2KZ5vuEmb9MWUPwTqSyfEESoqpNJ/RmQHN8/FnDWgdmdmutibrE1ifwEl7AusPdU7aoz85G1999Op05Owj6Q9/5A/T9/z29/ghvvrRX51+4I9/IF1z1TXpr/7vv0oPecZD0t8872+8Fm9nf+HZ6fix41Fa89PsCSz66MVv0CdeJ57Qa8nNoonQzCwgxagc3Ymz5C5O30YeufZKr9woGnsAeRHtQYRi46aAH2xW7Z05aJdTgVmIPawhagk/6Il1i5FXbmxHb6yy/tGPHGhuYUa0UvebR609ao4ILuZv+OUrA3XGZ9CdXbIXZItDkf1gqA/W+EFPZg6iyFoEnVmQRC6keczMur4fN7x39CmeNfrhD2iK5AWKnjOzzGFJBPJITvPP0dhUmeMFs+0zZ47z+AGa4uh88iMCzS3MiFbyz080rT0yBywUyQuM5nN9+ECuVqmxD0y2aw8iTDan+de/wzxnBI165Czgi/rbyKc0uoO3rEZ7DL1YgwYsMgOWdtdw7QXNEcHF/C07n2ud8cmNDDX2gqGeXVfuhx/0PJiFKLIWQWcWkGJUju5kZl1fb+sTWJ/ASX0C6w91TurjP7jN+YHN7zzqd9ILHveC9NgXPzYdvexoOuu6Z/UO8L7XvS+deZ0z0+Wfvjz9rz/4X5t/lXMspec/7vmJ2Yc++6HprHP7Mz2DdXHKPwF+4wKzB+WL9mzTpgE/2KzaO7/JISUCuRismYX4jQNr0IhH5iIuzt+ib7YbTwqK5AvgnDA5Im/FQrN8iNBrYxZ6Yn+hGSLEKmuIWvG3eL2m/GLkNWxb8B7SKJ7AWpHc4bWDfMmBYhtHM1ZDA0u3V9u/l9e/NWuzffDknNA67kvAD3pmnBUQFcmhXWuGCJT0ucQa0DqYAwRF8hnkOdO2uMz5Ij2D4flYR3rN2wV+rIhA3qH5TsgnzIlhB3pPq/TszbQLvKBd5oM+l7bVyQw/oEnRP4dcMIXzkuNLDqxbrKPNtgENtoplzEVMmrtm30fyw4icuBDOCZNj8lYsNMuHCL02ZqEn9heaIUKssoao+cdpxrPXv2TBx3tJv/VyPrA0KZI7w3OyjnjT+IYP9CrMIRCBfILRfK5XPkTI9cxo7AMzbfZTv9l3dmeBH3QCCecD5UQhvV0zC3FH1tC2bAJzwEqRfGV9AusTOKlPYP2hzkl9/Ae3+eEzD6eH/8bDnZt+6U3Tdz7tO9Pv//Dv+wHe+ZfvTD//VT+fXvH0V6SH/upD0z2+6x7pogdflC5+8cUp2TvkYb/6MJ+7/f1v7/3r7fR9AnyxjmRfycJv0OSHFznRf3uLj3CxvaG1KYEZIBesI64zF3Gx7oZXtlN+FMmJC8EbemN4gURyIS0T5UMEb2GOhAjkBTRDBNqIEbQO/KAT6pOiJxb74Ik/Vtn3Ev6CJnKL3YzlutAirtMfcXH6Jo/Y1dOiH3lsrMzlp+hjQy/W4MX5W/Qi9wnmgYUiObRr9RIFZdisyQLMAZIieQVZP+bwAfKFyFPRx+VFFBSUK6JlwAuZCOTZ96cX8jfmhDq0Jrqmcyi6uOyGV2Q0jfdInBaiH7l34xNx0W7SLNXVzUiwiBYxafMfsponujh/w2fY1Wn4AA2K5AvAC3ojQy/WotfYX8iHCF5ljoQI5AU0QyzRG8UPemLdQv6jbvxgVJgX5KnoE/IiTuHN45u8FL1j6ONi+aZZYuxiDa4t9PSZwQ2vyKC8WbLPJqu6y49mcmL39xOLod9gzQzQKliD1h6ZAxaK5CvrE1ifwEl9Avaf7Cd1/3XzA3oC/J9Yxa1ucJsbpG//+W9PL/uPL0vv+dv3pCe9+knptve8bbrNPW7jbV/z6K+xrwXH030fed/ED4RcXG+n/RNo2ldAhHa5DTt8gcYHMFFM/PYGEHcAn4hb4AcsFMkrGX1jwhw+QL4jOmdvHE/geUKvOL/oeeLDCBHIK4mvueepefxA6wURP9oVyTuGnl2hLsETvBsvYKFIXol8iOBj+ERcrLsVn6n86myyXZwv4k34emK3Pb6X8DaXtF+fnyn+4ZwQtb3m+MEefHjN4BbyIgLiHp9p9yzxAzwr4b0EtHNGIO88WSz0ZATkRQS0vYJPxP04H/hi+S36kbsDfsBCkbwCnieoNeup4sKIF/TGdL4d3kf44Afk/nEnwRPIZ+hmQx8aBCm5d6VnGvwZeamOH2i9Q8QbfFReRHCxvQ3XrRyDfIjgNeYiLtbdhu+jkWedTbYLr8ioaYf3k/zwIifu5ePOPD5A3qHn2Qlrsj6B9QmcCk9g/aHOqfBROIAzfO0Pfe1olwvufUH65p/45vQNT/iGdMaRMzyq6Ua3u1G6+0Pvnu7//fdPh48clrzG0/wJ6JsU4nG+aTAU7ad4y19dO49H9HQvqy03TIkZ97Kki3i1uGY50VoWXcx0mMdez8nm7mdeip2nadR3QV7+XPGJ7GJoM+5JNK+Rr+lc9BBrUC9RfsTu9deYxB47l5ZZT4qhh2UNeNFHdMyDcwo/Lw0LcB/r76J5ug/R9F2vzs8MOF/niS+YvvTCJ9LzXGrW9nfntDPJu/O1HtUtXXT5HJ42hW/0NGmnq/PE1+g8yXdyTN3/DgpnFJ3vfnriteM5ed0+bjfOyPkUyU1edtk5mMfXsbX7KC5z67rdy1ZdbP26vVhbfenV+dkgXt1Zbb3r5Z52HsXO0zT3VPRF3Y2zRUaeMzacZdiC5th55N35WrPXLNZe9NNLlB8xelKvxs6l3qJn6PHe4drF/g0vFKJjM5xT+HlpWID7WH8XzdN9iKbvenV+ZsD5Ok98wfRFl83g49ggsedp2i5Xd078zSD6djXT12t9AusTOPlPYP2hzsn/GKwn2P0JrJP2BKq/sNoX5eEXeWbNovuPFPIq5BWb0WyNZ8Sk5RdeEXOQp6XdhdYt5pLoR279zEdMyl/0R9QljTW5xehHbtKyCx8IU/gAkiJ5FfIiQhjCK0JJa+XEEfIhQmiomlc/swJNOZF1S/RspfqAV2QwuZN39CM3T/komtRdPa3t98/FrsMS9AjSAFvWX/IaTOgsioNy3TLjLT+iTMhB68kYPcmtmdmISfmL/iF0SiNviX7krVwX8KOTCOQt8lJs5fmATyRM4AVIxIg04ojoR24NzFpY9nc9s4JhCGs8I5QXIz9FM8DTQnexhk6YS+SlaP3MR0zqXdRc0Iyii3aLa3KkAbZcdrU+cYhzRGJtNpcfEcJAzlNaaBun8iFC6Ijz5KHUT5mLUB2u0Qx8wNLlV/QkHzjs5ItPxDzxiZjk10hjziuDG3rEynGW3KS6Sz6xG83W+ERMWn7hBUy2UZ5IAk35GtcnsAURf/QAABAASURBVD6Bk/MEPo9+qHNyHvDJ3PUeb79NuuclBd5263TPDPcybe/cKt3rbWXubbUib71V8pqielnvyltume7NLBHeytogb7mPxf3hFuk+b5nmvlZfxJtvke775puPOP+fr+PfoCf7wz+PBUvLV/wns+Shk1kI0p5T/GAnI84HFcPV30zgBxlPzgmZ0kZiLsI3NyBt0+V3+RDBxdobnhO9vNbFnpwRTyKQt+AF7dIDa2ChSN5DPkQIRWYASZE8y2A222MiPmDp8os9YGaSZzvTsi3jF9lWEucESfiyBteYI1EkB9ZA3qIZIrTyfJh5H2GAH5AvhnPCzCD+MNO2KeMHm5XfmY24mLsxB9QUeQbkgN4S/chbuS7ghW+hm491oVSW8YyETs4H0Zc10KZI3kN+iOTEFmagXU6HwWypGT8o1Sd19oDJpk0xPoeNUrjjB5ky54RhqdOYi+jjLS0MaoYIoTSfyrfQiR8UynmZM1IhAnlLzgsN2pZ8kA8RQhezgKRIPoI5GBVMGOj4gFWWX3jBxGT1e0ge+EWkW+ScYGn+ezHmKA5Bh6DLhwihtOcUP9jJiHPCzPDO/jO+a3l9Ant/Ap8/Doc+f17q598rPe9zZ6fzLj1nC2sR9ZBf33LozZlWtZb352zPCa5vNTgvRHKHvUz3/YiftdcAnbet2/z8EMlHfPY66Xywvi56frbpBnnLeRZh5GF6lcY+jvnaec8v8EUFfdRvP7BxzSOvY+x75tWHk/7wjQpo7ZFvGsEXg9tAZxYGXeMlczCujBT8YFSoESr3qLHqevCETugnw7OyBu/SHBFctBs5WKqrm5Gwz3Fnf84J4Tx4QZD8m9OhNvpXJRrAD7S2yCxYOn0xB9NdXsUPfHECb9V7cO5IOBMegBSjcnRnOM/aC9ubZoiwrUxkGZ9Sd7Xn0IA9YKgP1vgDsiJ5FvwgFJkBJEXyEcwBBUXlcW0aPmDp8mvgtdxgYgJvCC2cE4K07POTwQpP2kYwB6PCWOCMMK5UKJV7yKlqHzxBQ4MYPchFr415QCQK1i3Mtal/XJTPRrxmmvCGmbZ8GX8I1ZwXGoS2coofhA5mIUj5lDnIVQc6fpBrrdIGfrmZRf7yI0IwxEdIHq5dZw58YbeY25KLOUXlrIvgAcWGfqHKsz+yWbEHbFbFO/5QbDhdCus51ydwGj+BQ6fx2dejzz2Bip+uz1ksqrMfzAw1VgcL/lttYhH8gIY2MgsucStBf6TUZzp+YOnyq+ILnkyrv+hxboaIQN4Sz6mcCG3LJjAHw/OhgXVphggmTV/MwXSXV/EDXyy9aQ/Fwjz+UCj3ZbwiVmUWLB29F9GBWmKOhAjkQus2MgMqV8fhx6l6sLKR88FMO2eHXltpDh1CM7MQpHzKXCTf5Sp+4ItdbhXPdpF/PDe5nYn5CJ/rrK2UiEDewRwgcD7lRDCdmYhJ81c7O9cYzzfXO6qzB4wKfUFnRyUnFsEPaGgjM+AStxL0R0p9puMHlp6wi2e72FznD4PxnMqJENpSYjZl/qCDlTRDBJOmL+aALkXyAXjBS+77z+n3H/iZ5XxdO0es5Pesb5Kv/2z6vQIvaHUixD7WHd/wufSCSp7f9hGfb/5dJM9h/d5TEX/XehbzjZem313Af7PeOT55fXtXD94HfNxh8JYYL5mLjDs6BT/ohCUJf49W9turqevk3HQSwXLOB2BLv5QTwUXdmAOdj5waESxnJmLS9MUcTHd1Vby7xZKEPWBmBn+YaVvL6xNYn8AJfALrD3VO4MM96dbHj22OwBcS2KxO3J09YGYHvphGvL00hw40tTHOklMSrMHX9EdczN+YieS79kdln1mneG7yMBDnlRMhtCX/1xWaJQ6xZs0QwaTpSx7TXV7FD3yx9KZ9iBOz+EcmWrfPA0+w5jhLbpL/xpVcoHXPkjlwsb1p3UbNKbZd06GdnW7aVvHermYyeRNhrt3q8lfsXr/V/JIPEVzc3JgBVorkI5iLjBq2Aj6wVRZk7FHRLn/FyRE8I9bMXMQkfy8pUiP3Z0mieXLQWtE0ZiImTV9hdrpxU8V7ky28V+6Df8R3YdaTwQ0dkNsYZ8kpAblg7c+UGeFi/qY5xXxXRsU7I5ck/Eu1no5vJBSjh3Ii0KbYe/1esMrA0xQq/p5U7kLppnnq5MQMeMHlZx1Lnzt75XPnHN88B+KW5PppvD7W2Ed58D4wxd9PvC3IiVmYi2SbNiI+sFmd2HvVPvHc5HYk5oQt/WJNQgRy/7wkYQ5izlqYzkzEpOkrzE432rc+1oC3heVX5T74R5ZvtE6sT2B9Ant9AusPdfb6BE/h+eNN++Hlp+yw4Kz85bygfdPKHrBZFe/8ND/ijaU5dPCmzS3Okm/UzZ01+Io5YKFInoGZSKYlL/EFL18pquxTLKrAeSPSCxFP6JU1LzGuyaVbZBYsnb6Yg+murlrl2XWHZMEeTLEPkBfBEzINzALveyItRCD334QzK1zM3zRDhHxXUHkP4RukmpSz1vT52WlkDyCfgDMDLYruwSxn9UJbQQO0FirAUpF8BHMwKowFfGBc2X+lah/OHQnHyM2jgbcxR0IEcjFYa4YIaitG5qHYsE8F9oAZO84c8fbSHDp40+YWZ8k36ubOGnzFHLBQJM/ATCTTMpb0vh9X9q5w3kiattTZ6SIndp+fLDir/FiTE1uYgXZZDsxBuWOttE/gRU9+UfrN7/rNdOVlV6YfvcmPpmuuuib95O1/Ml11xVXO1UevThe/+OL08qe93Cc++9HPpqfe+ameny6347wXIBy4sRwsJEXyEczBqDAW8IFxZUbhfT/TMixX7cO5I0OTwRpPcJk5EiKQAzmQt2iGCK1cDsxDuaNXqfLsTbSLyj3wj7TTa1ifwPoEDvAJtP/Vf4A7rlsd3BM4xf+lDg9i9j9M+UINNLcwAywVhzlr/y2JZhW9ML7hA+PK/itV++i8RJg5Bp7Qa2MOemK7GOjMQlstB+ag3NGrVHn2JtrFgj3aie43hlqPIp4wKmwEnTVG5f5eoo15IC/QzRTqWXnGMzuzVGQPmJnj/NBrYw56oi3QwFJdzILWxcgcFBu2Bfxgq5y4jH1gcgfOHQnNuVk0CG3261NT8OiJ/YV1uEAEX8TbMMcPhvp+r9kDZnw5M9CmSJ4FPwhFZgBpGNE6mAMERfIM+ECmdHIlzg0zp+Ds0GtjDnpiuxjozEJbLQfmoNyxVton8OrnvTo94nmPSEfOOZKe8ZFntKqF9r9ym0MkKR27+li66uhV6eorr7biaXbxXoBwbN5HECRPRxpz4NXpG7Mw3bU/1ap9dG4izGyNJ/TamAOJMW81zRChlcsBDyh39CpVnr2JdlG5B/7AlCL5yvoE1idwcE9g/aHOwT3rA9+padoPLz9phwUn2HwLsmCAVvYA8gnwBloUybPgBxTbyAy4xK1FWrtMif5IKv9hFsodhQr+hVJJrtpHvkQIZnFeORFCW+pefxr8wQ9M1gwRTJq+mIPprq5a5dl1h4Q9IEi5FH+gpkieBb+INTEDliZiDmqJORIikA9pdXkMy8U1c1BsyBfYJ1/Jq/4aKvbBF3ouzIlYyGjMQmzL5ppVzDZtRPxgszoxd/kTYXIXnVnRmpkRtvSLNQkRyDvCbKeRBJ2ZCOVJwuxk316Llfvo7GxHTiwSPcmtkRmwNMWoHN2hP+Ji/sYs5KsFFe9Cad9k9oCCoc5MhF4bc4CoqLxda4YIlCdhDmhSJM9Q5ZeZu7ZIx48dT00zeAq2PPOsMxMcPnPz/9Tg0BmHfH3GkTPS6fanaewFQTi4KQmC5OlIYy7iXfkbs5CvTqj4T5Rzpap95EsEM2JO2NIv1iREIO9gDiQoJ4LpzERMmr6Yg+murop3t1iSsAfMzOAPtCmSr6xPYH0CB/cE2v/qP7gN150O8AnoX+qwZeVP22ndGfaAGYPjVo/YMnX/EsIX4YYfILUxzpJTEqzB1/RHXMzfmInkuw5QjecmD1tzTi2VE0G6R+aABV+UySOma4YIJnGV0Xy5o1ep8uxNtIvKffCPtNP5IE9F64qz5Cb5RS42gq00R3RxcGt16/R/NaQ46NqX5aJvmtpz+eeY8olTxHOTeytz4Au7KSeCSbqYAdaK5COYi4watgI+sFX2P5O/4uQO8dzk1sycsKVfrEmIQO4fBxLmgFywFqYxEzFp+gqz0417rFbuE89OPrlr9CS3ZmYiJvk10uiPeFf+FmfJ8117V6s/R+O5yQtb66xEoE3R31PM8ve8F6zCWphmit3tS63dlVtavsKs+5c7/e+7ifK1vnT9L75++sR7P+Gv8/d/6PfT6//49Z5fq27x/dC+MN5HwFKRfIRmFUcNWwEf2ConOdOZFe04nE/Y0i/WJEQg7z5vwmzic1RrRWtmJmLS9BVmpxs3Vbw32cJ75T74RxbusravT2B9AvvwBNYf6uzDQzxlLfQvdTggX0iIFVR/M+pe4cYeEKRcin/Ee0pz6OBNm1ucJd+omztr8BVzwEKRPAMzkUxLWZrxjoPsEdfFHM9IaMQDgpRYQ9TScF5rmsiJLcxCuywH5qDc0VXwg05YkrAHVM6wD0y24weZJmYhlliDa8xFXGxv6G1K0AwR0E4qOh8RwmFy50MD2hS79xIiyIcIaC3MAEtF8hHMwagwFvCBcaVCYQ+oaKWlah/8Igy2MC9aKfXWzFEgQsy1RjOYs9CfRyjBPJTqQccbglSfsgfMTOAfmWzHD0JTnCVXiVy4xhywUCSHwVpzirRUMfCpmqlpwjcSZjhjWHqKBiwUk+YRIa7J0VqYgXZZDsxBuaOrVPl13de+5Ml//+T0Bz/yB+lXvvlX0g0vuGG66MEXpRvf7sa+Rnv2tz07Xff866bzbn6ev/jDRw6nW37lLT0/bW68FyAcmI87ICmSj2AORoWxgA+MKxVK5R44Ve+BZ4ThFjygXXpgDZtFmw3ntfamza3tTETYqBP3jEepGz8o1Sf1yn3wj0x6rsX1CaxP4IQ8gYP9oc4JeQmrafEJ8BP2WOQv57jO5PylzE/bM6V5if1gphN/oE2RPAt+EIrMAJIi+QjmgIIieQZ8IFOqkyqfbZ2Zdem8RDBJF+cEPlZDTWuPgznXdBvU8AOVJ+NgttSLH5Tqk3rlHpMewyKeMNTbdTwrz5Y1eFlzRHCxvQ3W3Uxbrg4V7yG8OBtxMZwTwmDurGgQ2sopfhA6mIUg5VPmIF/tqfhBTzwBi+pny7kj4SycE5DkxxrQOjSvjzvrrrhJNEOEjbp/9509OSvMHAV/mGnblPGDzcrvzAILRfIRzAEFRXIYrPEBSovRx2pmUB/3mbZ+mXNCUHPnRIPQlrp/EdAT20XGczTftvYCc9AT84sqv/zotUZ9zIsek37wZT+YHvCDD0j8n1k97qWP8zXaY1/82HThfS9M9/yue/rrPee8c9K/+6//zvPT5sZ7AcKB+bhDkPIpc5Cv9lT8oCcuWVR8ji7/G9/8AAAQAElEQVT6/NS5iRDOwjkh+rGG0Lb5/IyzMW8bNUOEVp4OGZ/SQLXn0IA9YKgP1vjDQF6X6xPYPIH1fiBPYP2hzoE85pO0Se6LW05rj6cvTIqtXB/whjCBFwSp95uIYS32eY4fsGgjM+AStxL0R9QnTWuL+IGlu1/4FqYXe8uLCMEXL0CKUTm6M5hzjRs6WK4ZIpg0f7WzpUZ8IqW+SV17EKHQrH0K5b6MT8SqcZ7cpO5iDS4wR0KEmMe16cyApcsveRUmd/bFD28gb8FPtFLv81NaMeIHoWHoF0r9lLlIrKKHdbVnmBmleMKosBHYY5NV3PGJ2AjzEZP8ymmbglXw8IXdlBMBaYAt6652Ptdsu/rHmBo5cTH4QxjMeaFBaCun+AEdbWQWXOJWgv4IfcM1moEfWLrbhW9hEl8olKdlfCF04RWhpDV5x2Cup7c15tCJQD4Jc0CTInkAH5G6d1Va/1wbnwDvAQivbfuxD2IuZS6iHmlaW6z2tN7ihW+hiH+hlJflRQTrwiNiUvful47WwRxIUE4E0zWnaNL81c6WGqMXealvUmcPoEmRfAD+MJB3Wq5D6xNYn8BuT2D9oc5uz+30mCr9dL3wFzM/ZRc7vUD2gzCc88tpYaSf4geobdS8IqUizAiaeO1xjWbIS9Gk+gs/uhXJA3yhwzdI8ylekTCBF0jCnzxqrEdEP3Jr0AwRTKq7eI6Q6cYnkmmZlzhfZH5iviP6kdtEPCe5SfmLfkGHXnvUyK2GT8SkZZe8C1N4F0p5uT2X/zZfeduJl2gl/9/HQNM6G+VDhNDELCApkhdhHmLDYI0PxJbqHK9IZlCfQ5lSXop+5NbF+SIm9S5qLrT9nscbesRqzERMqr8K76PoR15vGDp1ziiFXOki/+hJbibMR0zKX/RH1CVNa4vRj9yk+gu/me6dPPEVwR8vkMT7lDVIy0Z5KVqTZohgUt3F+wifTDc+4l/+2fXSI19y3nJefP30yBm+1+qLeNH10vfO8O+tnuVPvjD9exjW0WZ4lNUX88IvSI+a4PusVs0fn5u8l7iA77feIn903UTthp+yd9/gfaCPPW8NcmIRZoWahmvT8QFLa65+j/yI/Yqv7BV4XHTDK2LDnC9ikl/4S3eBOU8GN/SIlTWnaFLdxecnZLrlpZhpmZd0TjrJ/3/23gRel6wq7951u+lGupumG2RQoqLS0CigiSP6QzE4MGn84s8kxiFojIqGkJDEIZ8BY6IJfhiMA5o4BhSN4sDoFFATRgERZRIBJ0RohgZ6gO6+t7/1X289ddau2ntX1XvOufd0d93Uv9Zaz17r2fut895zDufcNsSN7QlsT+BEPoHthzon8sNyRIeqfKLHveu61HUVaJihK6x3Xdf07GwmYuX8tcCzaWLzdqg0kOyPaV3XmVTBWtZcXdd5e9d1RU8TU+cdy29dZxNG13Wp60aYTdd1ds+vqZKvm5Fd1mWzXdd53nV5HE3Ml6P5rsv9unmHYkfXdcXzdZ3pNtF1u2jp8ouZGubSGdXL5uxAyUnhj+ld15lcIbSuSbuu7GcbpW6NEb3mtQtd6roK1tCNsLJ+4cMqsYIvc5vD5u1gKdJ1nZUjkv0x3e6rrq7rkpnZ1VVJK/90Xd2rMy+wkF2DZrPZggrTu66rnrHrOnUujzbTdV3dc7lT1tl1bc/OuoWly64FnlUjm7UXmTKS/TG96zqTK1jLqsu86O+6sp9tlDoa1mBeyei6zsII8+m6zu4HFxUcKIXMZrrOuoyu66a+phWm6hL9RteVvbrO9Pp0c6XrbLaGTXZdZ/eVl810XTd63X1tVp1RvWzOBqfLpnddZ0sVphOLlK6r+KEvcghNNkPVdW3PzpoiVtYvvFglVvBlbi1s1h5eGtN1nUlTTEzZH+vL6kLRdV1irus6C1NMTGv/dN3Up+t6zcw6I17U4Jr1eRzfTO+6zo5TZzwyW8/4dbMG5Yau6+rntJGux8J2bU9gewLn+AlsP9Q5xx+AY92+8VP14k/u6YcFh2J+3IYGmY4fZOK64rg8j8pXPkTIXh2vHTKxXfBFkg7FiSeLKz0ZgaIXC8K+gCtdGvGErH/P88kDP1DtEU+gUCRfiJ5n1o4PZOK6gnNCNoUn8DyBRUXyGfCDrA0/yMR2EV8zfpBN4AeZuKyQl2I2tadn9Dgq36YP54S48Uwenymtg/9KH2bH4AWZHn1XvIfkgR+o9ogneLH+hh9kk/hBJh6ywA8OYcM5IbPAExBLzxS9AX6QteAHmdgueC+BuiaeLKz0ZASiV8xZ2xd8gHlF/xeAJrzoAdemX3vw+1fzqzZT5XM+kHyNuIYHfyD9So3PuSb9yp78ss2VwO+XP/fa9Ct7wFyVh1yXfnkPnmkzVT7v+vTMJtf168Qdv/R516WrLznj/4rTPtQHF+9NOFD2yob3kqbxBNXEcY02YuLDuuaIgLYA/l4CrfJV1HuetX3BC/adL83hB9karxkycXmBH2QT+EEmbsX2BLYncK6fwPZDnXP9ETjO/RvfrPLFCrLt6QdERfKAZogRWlSTD+ADCIrkC5AfMWvHBzJxWYFXJJvCExCJY9ALRD/yrEUemVgumIXx6kRb4VnymvhNmmY7sgm6IRd7pXRWtNBMJwQpUUPUEnORbLFdTLzULj9qcuJK8IZsDC+QqFxR+ijKhwjZMrOQiXmhGSKwSoygDeAHg7A8qXpicUhPt+AWwRPQiEI1sYDOmS0xi0AE8hmKPikldB+VDxFcXHfDC7KpsRc1ZE31Aj/IOpgHREXygGaIQsvj2nV8gEKRfAFFP+bwAfKVyFMxG8dTsKBcEa0AXshEIB+YmVUfcyJq5OjEgYWeQ39I8AIkRfIBvIdiWYIP0K3on5dNuPb2N6d3XXr6ZHAnO8dZ5Kp+L+ItnzNp9xqIB9x0XkrDxzz1f3gPQV+uCXgBM4rkDp4tvGl6wweyFXwQiEA+w9hDtWKSDxFm/ErLeEFpzTV8wYtlN/wg68YDEBXJYVQzCywJalDtkTmgUCTf2J7A9gTO6RPYfqhzTh//MW/e+Ek6P3kHTqDov33QjCINAfUSgSUin/SJgDaADyAokh8Fe3wx4XwRP4bOpShf6og3T2/Rj9w74hy5i+0bs1DtwidSbawv4C+qXeyhZ1BtOliIfuS+gkfExf6G3qcEZoD3EDVQR9CG9yfz4OL8LfoWu+WlWGyqizpnvcNW8L755t3/LxhW1i68WCMCub9uEnmQV9AMEWIbNUTNvfHNxGXFxGs8tuI9pFE8I65zvoh8pdFETiwQ/ci9hf6Ii+0bs1Dtin7k1cb6Av6i2oU3VBvyhehH7qvMA4UieUC9RAhL/hv7sZa9lyqe0eO4c84X8f10LkUX7UYdMal04YdOBPLhdWvexfqNOTHuQndNXoourrvhBc0p/V1qNh0s4hfxlUOc0edvBbe3/dHb0m89+bfS637rdempX/rUdPOZm9P3P/T705tf/GZ/db/2nb+WPnTNh9Iz/vkzvOePnvdH6Xnf+zxf4/aUL3hK+oNf/gPSEwwf+crxVr6PcMEtgpZ4L5EokgN1BK1A9CP3ljhH7mL7xixUu/CJVBvrC/hDvcNW2MPC0gs/oF/Rn6l8FGmAUc0MxO+ZqIH2AeYAQZF8Y3sC2xM4p09g+6HOOX38x7x54wstn7SBEyj6bx9KM2hAcw8zQBmjcnSHOfBi+W3iUxvdwxsr/IHcXzfJ2IsaWGsgHyJ4K3MRF8s3zRBh11W4y48lcuJK5K9YHJe3YrHpQMQLUBT9mY7nqQXNPcwAZYzkgrXMEx8X2zfm2x22utDLOosXe0BxUSJ7RKRXIn7gy8yREIF8BmYhtlFD1LJnmi3MFxOv0sjC845H8QbX8QAKReWxNo0ZsHS4VBPBF5iLuFi+aYYI5S5T5Wfpvhf+ouqhfRSrjbuF6EfuamlWGtGbdjdmgIoYQRtgDgZhWYLfbOcevvLEH7yWj6KLdqMGS/3vBLEBfuAtzEVcLN80Q4Rx16DJjwZy4krwgtmxFf74RdybefDitnl7xmOfkR76Lx+a7vf590tf/eNfnU7fdDpd/rcuT7/7o7+bTt94engot7/j7b3n/g+/fzp9w+l03dXXOQ/79oel3/z+3xz6TmQy9zGeW6+8KL2ffFkeii7ajRos1ZXN9SIaKRHI/e8zs8LF8k0zRCh3mbrAy7qaF/7QbrKOFXtZdwI8FVNpXhqR5h5mgDJG5egOc+DFdtuewPYETsoT2H6oc1I+Eoc5R2228RN0fvIO2Sj9EEU+caNB0JmFIHk60ZgDXz05N84JzRNxbmg2Jf+tNS34AfkA8zAI00QzRJh2FJQZz8KES/hPvkD7SuG2cA88IXMYz/I+ogEdyHuYhb5MnI8apHlkDigUyY8CnW8PL84JzVGdlwjN5t17auLJHMzMsswskDfBD5pN00U+RlO1ouz5bCfnH/twbgjbMgPxfNShZZdqjgg7tXgvzhc7Dy+yFyxy4tww04wfZG3MQSZagQaW6mIWVCtONOZADQti/DjNto8//rMDuwbOCbuqcufcwLIieQX8IFtmDjIxLzRDhHy1Us14VqaORebMgLmi/0sAhNswl9zlktR1u3fzRXe+KJ13/nnp1Hmn0t/7j38v/cLjfqH4ZO5xv3ukGz94Y3rmtz4zffxnf3x6yGMekq5773XF3hMhDh/woz/NrDV/ByBszQwEafheLGrD+5N5yBbzYuyXrx5ttWqvmXPrZHiCao/Mghd269+n/lyibkvMgqV+8Y6mBhd0Yw5Ub3F7AtsTODdPYLTrqVG9lbemJ6BP3oXXxCdryJboB0RF5X2tGSKwHJlozAFNiuQNJh6NXl9a6Esv3hG0KvhGrLE0GzVyazu4NH+gHGSsWcVMxKT2xRy0u4qr7FNcKInsAaW1oOEJQUr2HW7yP8yDF3YjB0t1MQuqidRAPsBcZFiYJszCdKWh4N1Yri2xD9TWXZc3EVyc3uRDhKyDOchEK9CA1OBiFsibMAfNpiNYXLgHZwZ2VCQvgiew2EdmwCVuBjVYenD1/f4+VX6wmmXMQia2Cvyg1VNZYx+oLOcye0CuTir8IFtgDhCJMMo1QwSWIxMND6BJkbzCZL7St6+Mf6Tpw3kj1qxZS4cLjYII5AOaH4SQsGYlMxGT2hdz0O6arLLHRGwJ7AGtHlvDFyxNimnBHP23Zq67+rp05vQZf4lveelb0jve9A7PL/+oy9PHfOrHpDe88A1ex9trnv2adPuLb+9z17/v+nTF51yRnvlvnxlbTlY+fMAbx1rxXsAOcFMkL4JvxJqYEVb6Na53Iqplmre0dtEJtfWJvsBzMtMLx7EPntBvsQvxjOQ7Nfnf21inlJiFFP5QQ5BSYg6S/VG0NLtqeta0FWfzCWx73fqfwKlb/0u87b7CySfi8Cj4yTsgKWY/uY8/hScHa1YvEUwq/3aEBWAOlBPPIZw54kfR+bwIN/SILU1mRxrrJqXhiEoLTAAAEABJREFUWWrexdGNNZOYiZjUvpiDdtf+q/ImwoyTzk4bOTF7/S70N/ygLwnMgHIioAnqzHPk4evhls0F/TjSRXtx3kjlIHixRARyf90kmiePBF0zRIhtxTzMFtcLYuvzSqF9J7HPLmveOXPEm2uz6EBTH+MsuS/ZjVxYuezvpzdaq0XNEq2cv/rzzDfu0YF3ZMaCMwNtiv6ewsNFUwu5qaz65/eYu1i64QGsKZJXkGdluSyv+B8K+EfKhr3KeSMma9bS4UKjIAL58Cw17+LoxppJzERMql/MiHrX0aws3Ceendw3XzjrvbfS2+N+83HpiZ/4xPT4uz0+fegDH0p3u/fdhlf6oK95ULr4zhd7/Zev/kvvefxdH5++9Hu+NL36V1+dvuDxX5AuvsvF6U4fcaf0gas+4H23hRvvn4i/Zt5Lnoxu6BFbnsyONNZNsk/glo1mXS/crHP4fEdeaMkl+ebq0VXyV5xx5sxAm+Lw+QkR8FJUTm0wAyklfw4m+SXNC27MgXLiGK2P9a3ensD2BI7tCWw/1Dm2R3uyjfkfZsApFbOfvrMg+EYaVFtkBixNiuQTmIPJwrkVODP4KWrnQwdvym/DrMnKiWBSSsxFUv2PZohQ7wwreIfySFN5E2HGnDMDbYrD60eM4AdBYwaQFJVTA3XmOfLw9XBjBoJ0bCn7QHMDzhtpNqeEHyT+MKeonBrGNZrBLFjavpiHdtfhV1fuwdnBN67NooM37W7MRFCpFZUn5iI0VNAMESptB/JxfzMbz01+sHMx48zAouLw+hFBPkRA62EGKBXJJzAHk4Wy0PQqj+ylsg80hzk30KRIbpRm0cCW0/AsmYNU/6MZItQ7bUVeiiYd28UeMLMBZ454O3PgxW3z1nVd+g9v+A/pye94crry869M3anO/2/r+NOwB/bNv/bN6cKLL0yPfe5jvefJ73xyuuyel6VP/8pPT/e48h7elqzvMb/6mF1+i7of7rD2snnpO5OOapdmd3QIIp1CMjU5EcgTcxEXyzfNEKHcdRbVeG7yma05M9CmOLx+RJAPEdB6mAFKxXFOPfF0cbttT2B7Auf6CWw/1DnXH4Fj3H/y0/WwF2sQpIPfaGSiFfyPFLBUF7OguhqZg2rDuVng7NDcnXNDoSnOKidC1s48ZGJeaIYI+WqlmvGsTGW/fan1DDp7wCCUE84M2WqcG+extiFmwdLhooZBIGEOlBMrMAuV5bIs7/JqVWUfqDawIG8ioDXAD7IW5iCK47pfYxb6sh6Yh3rHZGWR73hq5R6Mz+6DJ9DcwwxQjiPagOaIMCxME/lMV45eWbUX54aZY+AJWRtzkIlWoIGlupgF1YoTjTlQw0yczM/0+/IKf++3G/uApfULX6BDkdwozaKBLR9czMGBMsk0Q4RJQ0mY8SyOlMSWxh7Q6rE1zgyWHnwt6efOO5PS7W7q2mzrJ+r5XGAfj6V0+sDzwT9iZq15j0HYlxkI0sF7MhP7LuYhro3yvnOknoCSc8PMUTg/ZG3MAaKi8libxixYOlzUMAgkzAH5xvYEtidwYp7AqRNzku0gR/8EGp90+Sk8ZJvyU3tAVMSDHEzXDBFMal/MAV2K5A0mX0Aavb7EGT2Zv3HmSHOC80asWbOWDpc0xWGBRPPkFTSnWGk7kBd4HjTnGXvkSqNin8aylvAE1R41SwQX7UYOlupiFlTz8acGaR6Zi7hYv03m6627H2ji3eqprLEPVJZ3sryJsFMnd/kQIWtgDjKxL3pdM0ToV+uBOah3FFf4GBUXDilyZsBGkbwI5wYW+8gMIAlqUO2x71/yG0dmweeW3PCGJb2jnuPYB0/ItuJ8gEjU51ByMF0zRDApuyYac0CXIvmeTMZ0xslCWeB8kXJXr3LeiMnMWsguaUTIF03BIxP7otetI0X61XpgDuodR7OycA+dnU3Jiamf/buvvCR99a9fNuX5d0pf3fM1FiPosa7mz7s0fU2Df2Jri3nuHZP3ElfyaOtfzXMuSY8u8LW9Rqzy7IvT10ZsxntN+zqDNeIqnnVR+rqer7U4h3rvcvWC/7mw4u8o7x/gPaRIXoT3WMSamIH4tYgabPngYo6KCOQVmIXK8lTGD6YrR6ss3IOzQ7Y5s4CoqDzWpjELlvrFs6UGF3RjDqgVySM1PfZs+fYEtidwpE9gwWfpI91vMzubT6DxSZVP1sBxFLP/9jZ+cSYHa1YvEUwafjtCDWgDzAGCIvkME59a/wpPLPCNoPnrJhl7UUesR7OWDpc0RV+Ic+Qulm+aUyx3mYpPxKS11+weGLJHjOQNoie5t+IxhgVp5D3MAGWM5II1/zhpnuhi/cZsfbWwssCzMOXv/9m98I6UjEyTDxFM2v3AiUTz5GNYM00zRDApuyYac5B1HXGxwp/zRfwkzEdctJu0lIZnNJmlbYSVu37NE10s36InebnLVHwiJq298BfV2bgHebVxtxD9yF1lDihiJAfT1UsEk4b3OjWgDTAHCIrkDSYetd6FfnEc74iv1XzQI9bMrIXskkYEX4xz5C6Obr3OTGTUdVDSHzlYWZyxz/LmZd10Rdw/npPcRbuRg6W6NEtNrkgu0I7tc73Oo+ibLb9lZ6yN4R2p9OHFEhHI/XWTaJ48EnTNECFrs2KsuTfztrbmmvjUhld64xtxW3koumg36ghSj4Xhin7kvhDnyF0s35iJlLtMxSdi0tpL+zTnVu4RPcndWx4UtZw1gxmw1D/XK0qjdsY+Lo5u9IykrdyewPYEjvcJbD/UOd7ne07df/OTXpd+/e+8tsnz+3Xi8z/ldWktz+tnFJknH/jU16fn7clzbW6WT3tDeu4heI7NPufT35iyiAboe/Bsm3n2Z/xJ2pdn2WyRz3xTelbgqjut///+dPIbl9I7tPHDwGK7ifJV9N/ejn34Io8GNqOLGVBNpI6gZZ4jD18v3CbfjKRC0yElnbNpw3kjzeaUMk/mkv0hgqVzVzYfmtFDmRJ+kI7pDx/zPaw5J/go5wMKojzJAb1nmOlrgjQioA2vm3lwsX1jFqpd+EC1YX4Bf1HtZg+oNuQL0Y/cV5kHL0a3kc4MxC5qiNrwTDNxvjjuv6OcE/wko9fmGjd0UE5sgB94C3MRF8s3zRCh3GWq/Cz150pcCf6Lnq3+Pi3wxzPiI/GsCPIb67am2XguaYrWlvw1M5/sj6Klh74O6ZWdsXYY9hC1nqBnnsyxRgTyGbJ56+XZjjWTU/ZM0xH/0cd8D9vsrHrNivKjBtWViBdLRCAfXjfz4GL7xixUu/CBasP8Av7Q7Fy5B36Ap+Lw+hEFHy+8QZpFZsDS4aKGQSBhDsg3tiewPYET8wS2H+qcmA/F8RyEL/DiFb/4yvSSp700vf+qD/hP4a9667u8fvnP/77X9F33vuvTK5/5qqFGu81iH5KT/NrteKsvXs/sEF/wYbZx14An7Kr+XptHh76NwKyghnGNlv2mceTh65UbXpWlg3+xUW2YX8Afsk7OBxKVE0F6JeIH2TJzkInlglnQKrmQ5hE/8GLdTX7E4uSevvIq+sqTKDRgsTRT0vy9ZP0e8SGfoehjM4O+0MdGqhdeUG3Qwoq98AONemQevBjdRjqzQp3j2nXmwIt1N/yKE/hBcXGZiDdk3XiCRHKgViSvgB9ky8xBJuaFZoigVeWK0j3OeHpP4Ra9Yp61rvTGB/BQ9L9DCBF8RdCZgSAN32tEzT2ZR1Qkb4AvVFvwgWrD/AL+kHWOPVUrZs3TAj/IVpiFTCwXzAKrMSpHd/ADL9bd8ILi1J6e0WvijaegMebUFSY+9DGrqJx6Dwb/Q/qwNV5AXmXlPvhB5ocHZKIVaGCpLmbFWFPtkTnwYrttT2B7AiflCWw/1Dmij8RJt3nq//PUdLcr7pY+46s+Iz35IU9ON1x/Q/q+B3+f13e82x3TT/2Tn/KX8NKnvzT9nx//P+mvX/vXXm+3W9cT4DcuUH1Ve3yhxg8yT/0WhwjZ4nyBH2Sd+ESyxXYx/kZl6JYfAjlxJZwTsjG8QM8z5lljXsiHCNkqHpCJ5YJZ4HXTQS6oB/CDQVieyI+4fKrdiRfQpUjucE7wor+N616OAR+Imv/2EoF5IF+AnmdsHbzlQ4TYtDDHC6rtvJ+g2jBdwA+yFc4HiIrkBSaz1oMGlh5c+ACKIvkC8Co9W/84rfTSdnhGpHvEE3iWQA6+WL/hxyoRyAeYh0FoJ3FeueIwiR8MwvIEL2BCkXyA1z0UyxJ8gG5F/xi5YMoeZ7WpBFgM4BMZFuaT4vuIMfkpJ66Ec0I2hm8mWLHg2cqHCDZ1cOEJB0o10yyvmzySDeEHmbiskGex+wg88c+88QREPUtqQKuAD2TLmiFCtlgueJYwXh285UOEceOCGi+otup1VxumC/hBtsL5AFGRfCH4QdaODyAqkm9sT+A2+ARO0kvefqhzkj4ax3SWa959Tbr5zM3png+8p+/wxD9+Yrrgwy5Il93zsvTc735u+ps3/E169E8/Ot10w03pVb/0qvSoJzwqvegnX+S92+3W9QT4RuVm+2ZhiORGEmtfrs25H9Fmh9zqwZPc1tZcfj4bGPtR4+vR1tde7mvnYT7iPqZ7XHkbew7nkx8RFvjiRRvRsTnOiecADTP4bN+jfIi9Z+bb964Jg58N4SXWnNNGd5ediblZT/p2E7v7uN6p2X3wtF7PiQH2zQZmCvewniyO/ay2ltWXe9psfJbkfkbTVxvaAPMl3NPWh0hegDONZTTHziRvfMjpJbJOvgT1En2298XTWWJCj80RwL0s8Wi6fN3Pao+27te4dnF6wwuV6Ngcvu5luUcaFuDz1jeJ5oMnuJ/V1rb6cl+bHSK5sbenzQ5edhrOJwZP67GlVZd72oS8xtG9bX3N1fJ0nz3OyZz72qzOyNnIiQM0LgAv2oh4iMHH9mF9DubVQ55hHhPfvpm+Pp0N9A40POeNzMXm6bNs+FdaOiOx+vqZA4YrDJ7W5zmxZ/CtzJZk97CFLPZ+2VmtZ+3lniOvQ3vKzw6Dl/DXbtoQyRfi57ReeRHx8djrFrZr2RPYurYncKxPYPuhzrE+3pNh3nVdOnP6zOQw3/aSb0sP+/aHuf4jX/oj6S9e9RfpA1d9IL38GS9Pf/Crf5A+eM0HfW27nfwnoC+8i09qX/xj7+p5hkcefKFHFnt5DsNMq9hFKTEq33XM3DkvVNqaXpojgjzIQbXFpo+tL7rwhL4ZT+jL/QJ+EKbxBCRiBG0W/CA0yiNI9ZRZUAe5kGZxlaf1Vy+8R4t4j6T5Ep9ImMAPguRpSfMF3fBT3kfNEKGXl4eCZxzeyxMDfIG8R16KyORAPgt+EBqZBSRF8gnMAQtEGOfUBj5g6f4X/tA74Ad9uV/AD8I0niCJXEibjTOei+blMY798Ooz9XMe5OnF9LaXN54wtXMFT0/CbaKN56mhMjOZD33VFD8IDfgAkiL5KvCEMIQXIMWoHL0JfhCamIUg1dM4q5wIYS5/MygAABAASURBVAo/CNJ+acF3LyP5ECGYcE4I0vCDqqhN8pEP6/IhQkqoC8EP1B7zXlvt2c/593UjP3nFqFxjW9yewPYEzv4T2H6oc/af+Vnf8aLLL0oXXnRhestL3+J7P/ETnpiufc+16Qn3e0I6df6p9Clf/inp9IdOpxf+8AvTY5/32PQPf+Afpoc85iHpdb/+Ou/fbifzCeiLKJF/HguLTmo/5EtgzZohgknLrtEX+TiETySuLc778/k5lReG2acglyV8ItbFPFiaFMknMIdIBL1+ctCaRXzA0v0uee83XZ/inBA6OCfwHpJMDaqbET8ITcxCkOopsyJ2oYUaPwjS+nTkGQ3i6496NccrYo2cL2KSX/JmzYXaDT/WiGA5MxGTll28h6DSjSdLiuSr4HwQhkpeaBDa6il+QEcfmQWXuNWgP0Ifr18adQ9+0JdHGvSx3st04Vk5OyzaI3hqhgiL5tWEj/IQ8YmEpeWpvImwfLLeiU/EOnVOS4uf61lnbYD5obCEGixNfWQGXOK2Bt6flf7VnmMfzgdBl2d8j6JBaKun+EHoYBaCVE+ZFXTp9aNR9+AHfXmkgdcOq0x1PiLYMOeLmOQX3tJdqN16H38f9bnmFGujE13PcbKQUvQiT/v84XzArCL5iL39Rz5buT2B7Qns/wS2H+rs/+xuUZNf//Nfn07fcDq98XfemL71xd+a+EHP41/4eK/f9tq3pW95zrekz/nGz0mXf9Tl/ro++59+drr7lXf3fLud3CfANxGcjgjkA3yxBwnkEdM1QwST5i88Gl34RBqt9SX2iFQ6V+0T/cjNM86TmzRc1OAC/RHEUm06MxGTll94Nrrl22iZLsmTCKGj5Bc18tB+kMqHCAcr2W8qq/P0MxdBE+jKLeIDlq6/8BKNafyh0XKwJD9FW2E2YpI/C0XWyP03nySaJY7rXmMmQtss/Wyrb7Xn2Iw9IOh4htJTtIiLtRt+wHof4yw5S5FBoz+iJmmqLTITMWn5VfAbD+M91pq1PBVDM14RllQrJw7vKS/sJi9FJIMrzlNXCbMT/35IXoq9vC5oH8XK9Ko95KVonppXNMkv1cSdYJnmFFkY56ZZp/8dVzRp2YVXo1N+xEbbdEm+RAgdJS80oE2RPEM+RAiLzACSIvkE5iKxAT3U+ECQlqd4wczEKn/8IubNfMQkfx8oskY+/L3RvIt2U62INMLK+Yv5RhfniDRa60vsAXQoko849D4jv63cnsD2BNY/ge2HOuuf2S124t4Pvne6z+feJ33YpR/mr4H/A8nUVzz4itSd6tLHf9bHu86Nno/4hI8g3bgFPAF+SwLZUTtTQF+IyYEmRXLDOv23OpbOX6PZ2sAqz7EJe8BYr9TsVVk6kPGDA2XImAcJfINCDa4xF3Gxv6H3KUEzREBbhD5Oi5pXNOl8RJgZ5cxAmyJ5hnyIEBaZASRF8gnMwWRhKuAD05UFysI9FjgdtOAZOVjxv0eclfeQZGrwmjkSIpDzsScH6h7NEKGX22Hk0Wqe8ayPsgfUO3wF/4iLtRt+ENbjLHlY8nTQmANURfICzEQKLYeW4sd+1ozzRsIA5wylp2hAoZiYRxDUQK1IbjADlrYv5qDd5av4gRdrb+wBa+da/fhBoYdzQlyiBteYiyAe5d9P/BYynGlh//A+0Pln5vAH2hTJM/BCIAJ5DzNAqUg+gTmYLEwFfGC6skBZuAdOi/+O4hlhuIdzQvSiBm9hjoQIvI9iTd6jGSL0cjvg2e7wVfzAi7U39oCZOfzFTOu2vD2B7Qkc0xPYfqhzTA92s92ewNl8AnxTAdmefAMBmdgXI51Z6FfrgTmodwwr+MEgrEkW7hEtZ/fCE+JQyDUfo/Lqb9yYH3kOM6wtZeQxN7b3Hgv2wRuyMzAHmWgFGiTL+4tZ6Mt6YA7qHcMKfjAIx5gs2odzR8J5mIcg+W9xx5q/p/BQY8x7TTNE6OV6wAPqHdnKIs9soi/YA/qyFvAH1hXJi+AHYZEZQFIc59TZsxx5+Hq44QNBWpbO+I5NVu+BPwSjkgcahLY0vP7RvPeMNGbB11o35qDV06/hB325LrAHLJxiH2i24weVJs3HqHwYYR4kkINqi3Em5rZUv0Ye9Ub7sLYWW2vsAa0eW+PMYOnBVZtDh4PO8ue1sD6kzMEg1BPOA/WOxsrCPRoO0yV5EiF0cE4IUvmZMAdqjHmvyYcIvVwPeEC9Y1jBDwZhTcIeMDODP9CmSL6xPYHtCZy9J7D9UOfsPeuzvtNDX31l+qJX3e+AV1r+StNW8DDrXcUrrkwPe8V9mzzc1lfz+/dJPkMs8AjTZnn5FekRzn0sgupyfKT1zvKyK9IjM+5tdZtHvezeaTUv/fj0qBEffvUdEr8ZSfaHCJYeXPx2BVDiF2U0MF0zRDCpfTEH7a5hteg5rDaShXvgDzgpkhfBM2JNzIClk2eJDqwl5kiIQD6m15mB8XKz7mebPYddZA+Y8eHskLUxB/F9RAMakPcwC31ZD8xF6p0JP2i01JfGZ650yl+x0raT47nJTWVOWOkXNQkRyAeYg0HoEzSwkpmISe2LOWh3HX6VPWDGSWenjZxYBT+goY/MgEvceqT1ZUr0R1L9D7NQ7zhHKzp/ZXudmQhZW2026JohQjZfKsKsP99ST6/hB325LrDPggn8I80RPCPWrFlLEzn/w5MYYW1A84MQEtas1Kyl7kmcpZ+d7esbOGefLg/sATMT8fxDa20OHYbG5K8ZjzT3h7lIox8/aLSUlxZ+ni8PN1TOzTIRLOd8YOlwqSbCsEDCHJBzTuVEMJ2ZiEntizlodw2reA/FmoQ9YGYGf6BNkXxjewLbEzh7T+DU2dtq2+lsP4HOvnh0N3epO5N22HcHXqMt4NSCnsyPfRbskcw34h7Mgq153ceDs/evQ3qIOmfVE18YZux5zJxTntlZhnk7y5DLSzGulXPOOevLeSPDfgeeyf7Yy7D77jd6yl3gZh9//w0uOahWNE0zRDCpfYXZduNudZHnrjW/L9wH/4ibMOvJ6IYeseU4W8utzR6wrY5mXY831q22zhQxqX0xB+2uySp7TMSSIG8ilHqChi8gKfr7KM4qJwLNPcwApeI4px48mQcXyzd8oLx6NKr8idB05bwRa2ZGWOkXNQkRyP11k2ieXEgjmsZMxKT2xRy0uw6/yh4w4xTPTu7ttTl0oKmPzER8yW5jzZ8pM8J6alecJa/1ZTq+mbCsWOSPd6RiLS8i0KY4vH4XTY1+5Kabanf7VGZ35ZbWL+aADkXyAvhBYWlemvGWAf4R6cWIZ8Sa4iy5SdnnaWnDs9Q8jWNYM42ZiEn1ixlR7zrcCv44EIG8gc5OCzlxeP1e2E0+RDBJFzNArTjOqQdP5sHF8g0fKK8erbpoH84bsSMwB5YOl2oi+AJzJEQgB/KIacxETCpfzLFCBPIF4L2gbdrCHjBdyRT8I9niVmxPYHsCZ+UJ3Jp+qHNWHtgtaZPf+uQ3pOf/ndem53/K6/bieTa3ik99fXreHjzXZp77aW9IDnlEeiM+x9bA5y0nUj/n09+Y9uXZNruIz/iT9Ow9eJbNNPnMN6VnzXDVna4b3o6dZWDh4OK3KyCFHKgVyQ1mwdL2xRy0u4bVRZ5Dd0jYA4LUStkHvKc2hw7elN+YjbCqmjwxF3GxfGOOFSKQN5Fvs2m6uMibMfwVlVNXwBdYVhxePyLIhwhoPcwApeI4p554uli+4QPl1aNV2QearrzmSGguzaKBtzFHQgRyMao1QwS1VSPzUG04ogX2gBk7zhzx9tocOnjT7hZnyVFjVJ69l0YezESYicS1aj7jWZtjn9raoOMdGRbKCZ7AquLk9cvPm4YuqkQFXrRu0aPVZ2v4gaXrL/ZZMcU+0BzBEwpNzAJLMSpPzEVorKAZIlTadjKeZIrkR428iTDjz5mBNsXh9SOCfIiA1sMMUCqOc+qJp4vlGz5QXj1addE+vObIzBHwBG9jjoQI5EAO5D2aIUIvT4PmiDDtKCpNz+JEL7IH9GUt4B+p9W369gSO4Qlslv0T2H6o0z+IW3u44dob0rve+i7n5jM3p9M3nvZc2g3X3eCP4Oq/vtr1a99zrdfve/v77Jcs/Pw9JfIzp8+kd//Zu72H2evff72vv/ev3ps++IEPDjpr7/ub9yX83Mhu7/7zd9t9u47jCfARgsyb364A4viLsnTWDGbB0vbFHLS7htVFnkN3SFbsoanZvfAEDYyi5mNUbm/yXTfzsKuK92GmuFoRZzwrU+tk9oCZKc4PWRtzUHofoYdmZiFI5ZQ5KK9mKn6QiUuL8Zln5hbtw7kjwbM0jwahLfl7Co9MzAvNECFfLVT4QWHpSCX2gBlTzgy0KZIXwQ/CIjOApEg+gTlgQZG8AD5QWDq3EueGmVNwdsjamINM7IuRziz0q/XAHNQ7hhX8YBDWJAv3kCX7gOpixBOKi/ZXz3T+B6h8iGDywcU8HCiTLM7EfNIogc9FM55qVeScyhdH9oCZAc4MWVttDh1CM7MQpHLKHJRXMxU/yMQlBc92Sd/aHp2bCDPznB2yNuYAkXMqp+7RDBF6uR7wgHpHtrLIM5voC/aAvqwF/IF1RfKTx3ai7Qncep/A9kOdW+/HNntlT/nCpyT+f7t6++venn72G382vfPN70xveelb0l3udRfngjtckF78My9Ov/djv+f1Dz3yh/wHND/zdT+TTt9w2r1++mt/Ol377msTXsxdeo9L0/d82vekGz94Y3rqlz413f6S2/vs077+aR4vvful6Qcf+YPpPX/xnvTmF785/caTfsN9+KHS9gMefxSHvukbPiJkhnzzAJloBRqQGlzMAnkT5qDZtFvED3bVyrv2UKyM4w8sK5IXwStiTcyApSlGcsFaYo6ECORCdR+zOfXMxX52rk3r7KF8cWQPmBnAG7I25iATrUADS3UxC6qrkblItTEl/CAd4x/5Kza3iucmt2bmIib5uRVZIx9gDiQoJ4LpzERMal/MQbtrWMV7KNYk7AEzM/gDbYrkRfADFvvIDLjErUdaX6ZEfyTV/zAL9Y7KCv6VpZK8eg/8IZhFD+VECG0pe/0p/MEPTNIMEUxqX8wBXYrkI/ASo6VlJd4w0609FJvt+EWsOc6Rm5SIEbQBzUuINbnpmrXUvYiz9LOzfdaAv4X1F3vAzCT+kLXV5tAhNDMLQSqnzEXKXa7iB16svbHH2plWP2vyJIJpnC9i0vDxl442wBxIUE4E0zWnaFL7Yg7aXb662NO7Rzf2gJE8LuMe5OP1rd6ewPYEjv8JnDr+LbYdTsITOO+C89IfPe+P0h0uu0P6yv/+lX6kt7/+7emNL3yjw7/U+e3v/+30xd/1xb72rS/+Vv/BjBeV23nnn2dfyNqfvr/uaV+XfuKrfiL9wuN+IX35f/1yd7rphpvS8//z8z3fbod7AvqNCBEyN367AvqCTB6xZs0QwaT5C4/5ruH/XsGC1mkLe4hbzHWBAAAQAElEQVTp6qBwZjGItUR+itanWUWThivTNKM4dFmCZsH/5YVFzSmatOzSx2lZ9/KueD7ljel4bvJiq3yIEJqYASRF8gnMRSYNBwI+cKCsyNhjQTv+7c9mwQTPiC0xH8GL2pbyvwvMuWiryvnYk0esxzqGWXKT5i885ru8Y7Gnd4cbe0CQSin+kVLPoOEHCH2Ms+QsRQaN/khsGuXMREbLR1LysV9sFM9NHgY5p0rlREBX1OceNAefiInqJYJJ7UvzdJETC+AlCsvzEt4w07lqD/wi5q15RZP8Uk3cCZaNZlP8+0kT6xatc/j7SW7SkV6rPftz+ftBeeNE+AMtiuQZ8iFCWGQGkBTJJzAXmTQcCPjAgbIiY4+F7Yv/juIZMX/OF8GL2paG9wO5fxxINM/7KNbSTWM+YtL8xfx8V36mBf1ZC3tAJk6L1WefWmzK9gS2J3DIJ7D9UOeQD/CWMv74Fzw+3f/h908v+qkXpR//ih/3f398jyvvke7zkPs4p847lbpTfGmaf0U3XH9D4l/wPP7uj09f/4yvbw58xCd8RLrn/e+ZvurHviqdf8H56QU/+IL09G98enrLi9/iP+hpDm+Ls09AHzEiZAOdKSCRHKgVyQ3rTGDp/DWarQ3gB7X1ps4e0Gw6WFy0D35wMDZkzMMgWEINlqbEXCTZn3FtEpdmiIC2GDwbzfhBo2W6JE8ihA68IEiJGtAUyTPkQ4SwyAwgKZJPYA4mCyaMdHzAVtZfeMHM5Cp//CLBGx9AilF5Ys4XTSGHWJP3WIdnRPBi7ia/mT78YKatvMweEFZLXmiR0D5N8YOwEmfJw5Kng8YcoCoqj7VpzERMWn7hBY0JvBvLLOXgFwmreAnJsSZ3nXlP+hs1UCqSG8yApe2LOWh3+Sp+4MXaG3vAgrnFe+AHBU88QEvkwjXmxrAgjbyHOVIikC8Cr0YjXqLRNl2SLxFCB36h9BQNKBTJM+RDhLDIDCApkk9gDiYLJox0fMBW1l94wczkKn/8IsEbH0CKUfnkcz2NID/yHs0QoZfbAZ92h6/iB16svbEHzMzhL2Zat+XtCWxP4JiewKlj8t1sT9ATuP5916cf+KIf8BN9xQ99hf+nVzePfvJ+/oXnpysfemX64+f/sff9/GN/3v9lzyV3vcT/8ynE9//N+xP/mdYFH3ZB+pqf+Jr0Tb/0TelZ3/Uslprc4fI7pNvf8fbe83n//PPSV/7oV6aPfdDHpn/wlH/g2nbb7wnwBZRJon5LQr2I0cd/9fyCL/KrPePBR+eLS+Oc1z/WijWeUFz0n3NWVkzWHBH0+snBWnTxupXvFeW913BjiHNCaOGsEJ8hNYS2eoofhA5mIUj1dDQ7NI50/GBYP+Ikvv5F1pwvEoY4J0iSd9S0lkX8MoH35E5gFnbVgjvvIZhpXeUZvTgrBK3khQahrZ7iB6GDWUBSJJ/AHLCgyOsnB/QefKAvjzToY72XKeeEMMw5AUne1IC2iIbnovkFTZwHFrROW0bnmzbsFL3+XTVzxxMqbaWzTrTxPDUEzzgT89BST3l/VlblpVhpq8ucE0KHvOJzRIPQVk/xg9DBLASpno5mhx94jHT8oG60/wqvHVY56HxECMOcEyThTQ3SinHkQ49miIC2iMb7KM6v8swGbbJw3thCbl2Eje0JbE/gHD6B7Yc65/Dhn62tP+zSD/MfoPzWk3/L/+/a/OsX/ut0yYdfkq7606vSc7/7uQ4/zPmy7/uy9Ddv+BuvH/ioB/q/7Hn0Tz86veqXX+XaN/3KN6ULL74wPfgbHuxHv+Jzr0hXft6V6T1//p70oEc/yDVun/YVn0YYuOLBV/h/9iXhdre/XfrKp+7+EzBpWzzcE+CbCVjkwjcBYM2aIYJJy6/ewwfIwQp8Iiatv3ov/8avz8eeqheb4xOxwehBblL5Yo4VIpADOSi3iA9Yuv+FJ/QO+EFflsOcih+EPjwBiRhBmwU/CI3yCFI9ZVbQpZxI3bPKs5+ZBDzBFvCz4FfMXVhywydiM/hETMou1jJhXOCHRgTLmYmYtO7qfXyoz+WHRk5cDV4QBvESkse19GLED1jsY5wnZ6kI/WNolEbegw/05X5h5Isf7GfWT408UfEEciAX1LMET+boJwL5IoLH8PkYzYbxiZi0/uq9Bm9zwNOCX+TgxdIbnhGbwwMsTYrkYqIxr0UiNSi3yAxYWvREb4IfhCb8AEmRfBV4QhjCC5BiVI7eBD8ITcxCkOopsxE6VZP34Ad9uV+o+O5lhheDRLCc80VMGi7pg1BKep9EBOvRnKJJyy88gAkiWB69yE1af+EFTPYRL+Gy3agtbNf2BLYncA6fwPZDnXP48M/m1ne/793TI77zEQ7/2oYf6qgmfuLDPtGP89B/+VDvufLzr/Sa2xd96xe5dpePuQtl+vx/9fkeuX3eYz8v3d28P/cxn0vpfNbXfpZH3fgXQBddfpHKLZ6AJ+BH4Au04V+MLfo3GL6w4hbmDuUzs2XXufvQlVeDPJswBzR2nTKqQ2JeuHWd3SHajeu4NpN3XZc6eiwSjoKu61LX7TgKP/fo/bqu83Kv23jW6q7rUreXWX2o63aO3KHeWV5hBuJq142VuLpnjidoPObSlkTmDD+hxQRL5hb0dF1ndjtie2cFWFh9dV2XOpvqOu6WHMVlXl3XuW+yeBSWeHRd70mxB11hpuu61JkOFo7mMs9kdJ25wj6u4zlq2MerMdN1dkZb5w6Wrr6YEwx3HRXZEWBeuHWd3UGW5KB6TbS5rutSx4xFwlHQdV3quh1jv24sLKy7rtt5Luxf1BY9LV80s6Cp6+ys1tcZ+1zMQZzturESV/fM8QTGiUC+ln7OT0gOaz0q/V3Xpc7Wuo67Jf2VV724he0JbE/gnDyB7Yc65+Sxn51Nu5u7dP6ZU4dlmz+hzzDt8UdfgIngFvGLdMx9cf6GD9CpmPABxDEjfZgJfWgRX2IOKBTJFyAvtVJ7jg94sd8NL8im8RQsKCdSz4AfeJtmiOBi+8ZshG7V5AP4wSAsT/CjmwjkDn7gxX43/MCn8QIKReWxRisgHyJ4C3MRF+dvw7y1kgsrU/M9n5b9kZ+iT+mcFDGnXkD0IveRFT7MgM/1N2roy11Y4bkbyO/4QaYe0hMvPIHcP0Yk8h1H1haAH3jrHh7MAvPECJqfE18KRfIV4Ek7EcgH8IRBWJbgE/EpfMCL0W2kMzvqSGgRX2cOKBTJF4BXbBtqfCAurszxgmwMT5BIDqpnIn7gbZojgovtG7NCnePadfzAi3U3/JhQJE94CRf2u+EJPo0fCRFirhqtgnyI4G3MRVxs35gFdZEL1+TnxX43+Sm6C76e2C3mVi65ohe5z+ADXoxuI50ZiF3UELXhY5+JW7E9ge0JnOsncMQ/1DnXL2fbPz6Bz3/1fdPn/8GVTb7A1gdedd/0BSv5QuuHOEc98Mr7pC88BF9ks1VecUX6okPyMJsf+P17p4eBNPI9eLjNDLz849PDV/II648wH+tHvOzjEnz41XeIH+5F+aL/7pkv9LDIcfd/92Pi2/pvsEdrmu3CfmgQJNvIFM0qZg3lIvoWO1Z4lebtVP7/u0RpbdC0h+KwUE6KnsxCeSRTx/M8g7HmA/iBF+tu+OFbnVrxHip54D/RdVa8yWHSlAtNH+YhHylWzdfKxEIfWmtwVqitDzqvfyjaCX6QdXFWyMRywSzE108N2QR+kInLiug9mdjTUz6cE1R7HHtSgy/O3/CDrJN5yMRywSyMV0va8P+Dzrh5pi56jWdWvI8YxROUE4vnk+/oeWjW5/obGvTlLjAHVIrkDXgPQbUFH6g2zC9wTmh2rtwDP8g88YBMLBfMAqt6/dSANoAfDMLyBC95L59a3ol/1s05Ib6PqLOmaTHxoUVzREDbk8H/kD5sjxeQV9HrrzbkC/hBpnJWyMS+GOnMQvxYU0M/sQvMwa7a7tsTSCltD+EkPIFTJ+EQ2xmO6Qk0viDwSRuynekHREVy6GvNEIElIBfUA8wBgiL5AvBrtq30wwvPCNoAfiCBPGI6sxayCy2SL9oKHpmYF9aRIvlq8rUU/+AHUVuYa59F7Qv3KHpqlghsSBTUPXGeHJkI5AOaVRwW6snEo9SKH7oi+QrYA5oj8iZCpVk+RMjamINM7Ite1wwR+lUP1OCFbsyB6hVx4lWaXemNJ2ClSO7gJRDGuWnMgKXDRQ2DQMKsonLqCpP5Up98iFDqmdHYB2badssL98APdkP9nVmgVFTe15ohgi9zM6jB0oOLOUBRJJ9h4jPuX+EVR/GNxLU09qSOWDOzFrJLGhHyRVPwyMS8sI4UyVeTr6X4Bz+I2sJc+8y2r/CPnuTurXmiYCHm1AYzwkq/xvVONFXzRBfrN+uuL2oFH6BWJF8B+0BzRN5EqDTLhwhZG3OQiX3R65ohQr/q7yFqkOaROfBi3W3iNR7fwxdPwEqR3MEPvLAbeQTJGF/4QKYzh0AE8grMQmXZn62vyYcILq67sQ/MTq3wxw8yT+YBMUZyQO9hFihjVI7uMAcUiuRL2fq2J7A9gWN5AtsPdY7lsZ4Q08ZP0vnJO3BSRf+Nm2YUaYC+Vi8RfIlbj7S+PL5/XaENVn5B4XwRt+lfm+fxhh6xNWYtZBdaxBfjHLmL5VucJS93mYpPxKS1V9NfZuxBrkjeAE+gRXF4L+EB+jiRA809zABljOSCtYmni0d4G51rqXN2xtoQ3pFKH14sEYHcXzeJ5snHsGaaZohgUvtiDtpdh1vVx36BC2eO+AjnEy70t6iRm6xZS4dLmqIv0B9xsX7TLLHeZSsrPK17cuEPk4UorNwDP8BC0d9T+LjYq3yc0MD0XvV/hRbzD11wJj3j776jzkPfuVsjLuDnrGeWz78q/dxKftb69+YL3pWebvzsCGnEKl/47vT0Ck8zfS++6D3paSv5n9bfIvN72HvT0wJnKt8Z8j6I2Nvk4Gs87xtw0W7kYKkuzaomSlNEG96fzIOL9Ruz9dXCygLPwlT2d6G07hreERenN52ZCN7BHAkRyMf0umaIMGmbCNbVz46XWvXkf9DXmvn8UVsr6Haa4XmSe0vhfIPOmjBxmLFcF1rEdc0ouli+xVnycpep8lI0ae3V9JfZSn88gXHF4e+Si4N68PcWvYdVoIxROboTz0Xu4nbbnsD2BM71E6h86T7Xx9r2P5In0PgiyxdqYB/FRD8gCmohzSIzYGlSHOfUqTDreuMW/RptB0vscVAtytgDvLk2jw7elN+GWZOVE8GkNLxu5iHV/2iGCNVOfIAGRfIVNP3lI28iSK9EPIFlxeH1I0bwg6AxA0jEEqxlniMPXx/d8BlJ9XKBX22YfaC27jr+ERfrN/zAO5gjIQL5DMzCTFvKnmla/meR93K7SSf+4Au8ZuFCfytozETopFZUPrzugge9Ec0QIa5Ncvwm4nIBf2hOsEek2ZwSfpDsj2LSvGl+UZMQgbyHGaBUvOm84gme3gAAEABJREFUm9NtletvuiF992d9T/rOT35i+tDpm9KNp86kZ/2X5/rz+NDNN6Wf+Zanp/e++/2+Tg/8xRvflp73X3/De07Kc7vRPoY1+FiX4OMf8R7eL0ChqDzWpmnW0kSuSC7QEnNAoUheIMwVVo9WWrQX543MHCHzZI5+IpCLcd3r2XyvEdCJA8zDIMwnE4+5kZX+2LEHkPvH3ZPRDV8IMjNCMjU5Ecjdk1nhYvmmGSKUu0xd4GVdzavpr0ntoyi9EvEElhWH148IeCkqpzaYAUsTMYI2wBwMwpZsT2B7AifhCWw/1DkJH4VjOgOfkGvW/OQdsnV+4g6ZaAUaWKqLWVBdjcxBteHcLHB2aO7OuaHQFGeVEyFrZx4yMS80Q4R8tVLNeFam1snsATNTnBmytjgXv/ijQ2hmFoLk6URjDlhVJK8wma/0DXI85yDOJ+wDzU6dlwjNZvslmq1PPJkDWxuuypmZhaGvluAHtfWC3vq8UmjfW5o9P+eGsAMzgDSOaAOaI8KwME3kM105emXVXpwbZo6BJ2RtzEEmWoEGlupiFlTfOuJ+r+KmD92Unvfdz0vf9pJvS//+D/99etLnPMmNrrv6Oo/804Nr3nVNOnP6THrwP3twesJrnuDc9ePumq6/+vpdzy34zvsAeAmK/i8BEMafi3gfAWs9zEBf+v9wpAZpHpkDCkXyAsxCYaksjc9Z7iqq7APFRYk6LxGkVyJ+kC0zB5lYLpiF8mpQ8YMgnZR09vycG8KBmYEg8dcvlrtcc0TYqcX72K/YdC5Ezg0ze3N+yNqYA8T43kcD9B5moS+HMNGYg6FjS7YnsD2Bk/AEth/qnISPwjk4Q2d7goWDi0/4gEKEUa4ZIrDcBA+gSZG8wiLP0uwCb8bwj6BVwTNijXGW3CT/xpRcoA1ofhBCwpqVmlM0qX0xB+2uw6+yB8w4Fc+tOUV5UINqi8X5XrdwcDEXOViZZDXPSeMRCIv24tzsRQTyAnghE4F8gDkYhD5BAys1QwST2hdz0O46/OrCPTgzsKEieRE8gcU+MgMucTOowdKDq+9PRDhYmWSdKZN506oXflBtqC8cxz54QrYr5wNEReV9rRkisHxb5+2vf3v6uM/6OHvbdM63v+Tb/ZG86CdflB5/t8enf3vPf5uuefc1rj37u57t2lO+8Cle3xpunb0IsJAUU/9+QctAhyAyA0FK1BC1xFwkW8wLZiFXZyq8Z1pKy+wDpbVBkzcRhoU8kQ8RslXmQKJyIpiuGSKY1L6Yg3bXsLrIc+gOycI98AcmFcmL4BmxJmbA0hSjcnSHORIikFdgFirLUxk/mK4crcIeMOPK2SFrYw4y0Qo0sFQXs6BacaIxBzQokkdqeuzZ8u0JbE/gSJ/A9kOdI32cJ8ts8tP1cDzWAEnRf+Omn74TwRuso88tQ/HfiMTcxdKNOWBNkbyCPCvLdXmBN8P4R9D8dXsyuuEZseU4S27S8CyoAc09R7OuxxvrVjMTMal+MSPqXYdbwR8HIpA30NlpISdmr9+F/oYf9CWBGVCuiCbQMs+Rh6+HWzYX9GY641mbjXvVepaeHS88iEDusyScD8gFtTBNM0QwqX2F2Xbjweoi34P2XcY+u6x5xzvizcyCF+GGBkh9jLPkvmQ3cmFl8mfKjHCxfNOcYrkrqAs8Q3eWskcmlAr5K5Z6goYnICkOr99FU/Ea5aaiDJ/fKKSR3xa56PKL0gfe+YHhpV/33us8/6yv/az05Hc8OT3pr56ULr7zxa496gmPcu1xv/E4r28NNz7+EX9NvHeEC/2toGmWDnJFcoE2vD8LHr4ebtlc0Jspvs2G8uKivfCOlK387xVLmSdzLpqqPNZoYJp12N0+ldlduaX1izmod2Qrizyzib5YuAf+EZ+uzaJHrDnOkpvkz5RcoO3zXsrm3aRwG52n0HF4Ke5BPuMYz03u7cyBF3ZTTgSTdDED1DEqR3eYAwpF8khNjz1bvj2B7Qkc6RPYfqhzpI/zhJk1Pqnyk3fgxIqJn6wDYgQNgsYMICmST2AOJgt1YfIFpN66W2m8zl3D9M6ZwVdq50MHb6rf5EME72Qu4mJ2GwrNEGFYKCV4oiuSHzXyJsKMP2cG2hSz91L8+OAHNPcwA5QxkgvWMs+Rh6+PbsyOpGMp2Qea5pw30mxOCT9I/GFOUTl1A2ah0bJbwg921Ym5c3bwA3E+8CLc0CBKljMHlvqlnAg70TJmhYvlm3X6AhG8OKbbIn+dWXHmLHgCbYqpNlvQmYFsnuI2yOUfdXl60/99U3rry96a3vryt6Znfuszb1NPgfdBxF984T1T0zXLOjlf64kR1rL3J/4ulm+aLa8W1Pj1qLDckhbtxXkjLUNbyzyZMy17/dQNsvlG3xpP2fDxUb4o7vFss/Pr9Y83Q4egZ3O9jkZKBPLhdTMPLpZvmiFCuatXZ7z6rsMF9ojMuHFmoE1xeP2IfHzwIycCeQ8zQBmjcnSHOfBiu21PYHsCJ+UJbD/UOSkfieY59lxsfNLlizVkznzChyhSi6AzC0HydKIVZr3xHN84JzSPsfDs8iFC5rnAQzNEyOZrBb61tYaOPzRaDpbYAw6UYoYfZIvjOdVECM3MgiRyIc0jc0ChSF4Bj8rSVF7gNx3aKewDu6pylz8RKm2S8QPVHpkDL9o3ZmHcNdHwg3HjTD3xafXv4Y/dZI+xDzXQ3MOM6CX/7a3yIWqOCMPCNMFvqh6Pwl6wyJ1zw0wzfpC1MQeZaAUaWKqLWVB9W49f/T++Ot3r0++V7vVp90pf9d+/yv43U5e+7Elf5o/lvNudl77hF78hXXqPS9NDvuUhrnE7/8Lz05f8xy8hvUXD+wB4EYr+LyEQIL53yAG9hxmgjFE5usMcUCiSF2AWCktTacZrOpAr7AO5Oqq0BxFGy+MSP8h05iATywWzEFepIWr+cVromc2dhWJy1vGenBuCzgwE6ex9rh+dJZ5hac7ZYVE/+8FMM36QtTEHEpUTQbpFZsFSv8iFC7oxB6q3uD2B7Qkc0xNYZ7v9UGfd87pldTc+6fKTd8heED8EAkRFcuhrzRCBpchEYw5oUiSfgS8kMy275cZr3DXkd84XyVdHFeeN2DKzFrILLZIv2goemZgX1pEi+Wqhwg8KS3OS9pnrW7Ne9NT5iIAhHytyoO6J8/q4R61vS4m5SJr/I7/5TuvA28Laq3jWsYm8iTBe72u8SIlAPsAcDMI00QwRxh0TDT8YNx5Vzcd8hRfnA0YUyZ3xOamBxT4yA0iCGlR77PuH95SL9dtkvt6alnqmwh/2gcLSVNJrmK5kCn6Qi6ZoXpGPFTlYs3XYPSUipO3Pbf4J8D4AHoRi6t8vHsl5H3mDdVCT95iSIH5epoa+ZReYi+zUw9/xxEWRfAWcE5oj8iZCpVk+RMjamINM7Ite1wwR+lUP1OCFbsyB6oUxfqyaI/q4N5sOFjkfoCiSF+HcEWsqzaCBLR9czFERgbzBZL7UKx8ilHpmNPaBmbZVy/hBNsT5AFGRjxU5oPcwC5T6uFMD2gBzgKBIvnFun8C2+23+CWw/1Lk1vwUan2z5hA28fMXsNzl80mdR9LV6icAyMYI2wBwgKJIvAM9m20o/vPCMoPnrJsFPjGt005i1kF1oEV+kP+Ji+RZnycddgxb9yMeNC2q8IsURvKG4OBXlxwo50Z8pHsJFu41rpIClfuET2YmmaJ7o4vzNpupN+AAdiuQrwB+ykbEXdSRrPijkQwRfYY6ECOQVNEMEtZELaR7xAy/W3Yp+0WIPX3kquh0+Y1iQptxiNmc1lzRFtOr70xenN80Sx6uDpvMojhsX1HhFiiPyJxYbclF+qOTE4fVTRB9yMF29RDBp+E34Xd97QVrC3axvNe+5XbrbRvUZ3N2eTZV3n5/uDupRTlwBH+sSvA8i3sP7JYI4rtEMzVo6XNIUfSHOk7vYvjHf7MAHaFIkXwF7QHME70ilWT5E8DbmSIhAPqbXNUME2ogRtAHmYBCWJ3g2u/fwxTPi/vIhgot2I48gGeMr+pH7epwjd7F+Y06Mu9Bdwyfi4robXpHitPYoLk5F+bFCTqx9rs90b0z++Z056KVBU+0xnovcxe22PYHtCZzrJ7D9UOdcfwSOc//GJ1t+8g5sr5j4IRAgzsAMxE/+1JCN4geZuLyI/sun5js5J3inzkcERJ4dOVA3kA8RvJW5iIvzt2E+tA6a/FgjJ65EXkRYOV5sxwdYVFz7XmI2gk/E13jNQKFIvoDq+wgfWOBRa9E5s/WxJzVkTfUi89QcEepjw0qc12uP2kGjqQs9h5k+sck+O/qAN7gz5wMKRf5+xpq8gnyI4G34RFzc7zbx3M/Gp/CKuHjIm/ywISfu8/dT76MLbziVvvD3L6/z8svSF/Z8gcU1+FzJ23x8bY/4RTZT5WV3Stka9QIeZj1VXnppetgMD7f1CP2xHvKX3DF5Tux5mMUq5osX6w+nz2qie5BHbN3XCvHUGX+XTG68fyLeoL9HXoxurI2kcRn9yH2dOaBQJJ9B79FiGz5QXFwmcj5odq/cAz9wT80SwcX2jVmIr50askn8IBMXFQmv6L9salkX3uDdOh8R+DwP5OBN9Zt8iOCdzEVcnL8N86F10OQX1tameEUm87zuidgW5EcXOTGtOOsw44O7Gxrsqv6+wrOf2ML2BLYncBaewPZDnbPwkM/VFuddeGE674ILipwyvYrNnYoUejvTIPpX/azX/YgLiJ7kVd/xGakb/niJqifz+AA5kDfo+jWiYzM8Gxj26Xv8OTRyn7f1Vjx1+9snfNJ5561+a+kbMyJgcLO+eSAC4grwAR9hPuJi+zbMhja0Mdlvltgj9C9J5Tf04iEGcX0iX0V3kO84+uL8bfAaz1PPjw+/XcNH7eRjsmeqxoURL1qJ/h7ibBEW98Q9bVbR0t2F/y7b3cf1Ts3ueOSCKcxFsoZ2YdPZ81Xtz7I9Ors6eNEZzxdz1lYgT0UflZ8X7Rtz4w408NcsL8Vx84oaz8jgv8Jj3Op+Ots40hw16gW4p/UpWmq/5rYKLy/aN+vM3kPqRh9es7wU1bQwupf1EsFSs7YMP0BYg83YtJ+bscnfecQ0utnMSJmU8ozRDmoXirUv8LCu4WJKHIim4AODuD4xF3/9iu6A5xhfWHZrei2wyOb7fmkx2gPdvUf7njUBH/qJk487r53FPXFPm1W0dHfO6EsOvli/4ZGtMjMma6gXeNXwZ1kfXbQib28en5HaF9bd5Kno03iBF+0bc+MONBheM15i3LzV2xPYnsA5fQLbD3XO6eM/3s0v+/h7pcuv+PjDc597p8srXGb6Yu57RbpsAXeyntVceZ/kM8QKl5p+VrjffdOlPXe0eNRcYp5w/kV3yN5A/oU3U0aFvhCH6N+gWRtxdt76JtfIC48xk5klQvD1byasHvtSL7EaeswDL3+tljM/ZugdJ9bPrBPXot7n7m898rZ0/SUvm5QP0bA4bbQAABAASURBVEr/HxXExeBFM3EEnjUYqYIPi0SwfOxj0rKzMj+Dnimeq+m93cPy8Tmp9/X094N5EvHxPcyM3EJ2DRr92UpfoPdEH+ZE37k89H6cT4y9l5uFzt5X52rFMJWn46r31DmJY9/xyFAXZn1NuhVjL9W2tPzCj25iQM/Ul7itoffBo/SaOWe0o4aoTfLeEz/h/tbILFi6/MKPbqIx9sIPaFmN+emMivIiwr6enNMxA3wiJpUvnWe8Kj3Esfd4ZFHd+429dNZFHmrCi5w4Qn6lyEgVfFgkguVjD5PmP9czuwA9BzxX0/u7h+Wlc+7rqfcm0X2Df/T0NQnWozSL6D1+VlvUnKJJ667ej/OJsfc6w7679/VzWe7RlsbRpO3ansD2BM7xE9h+qHOOPwBna/vv+PdPSI/5F49z/t0Tnjhs+0NP/dF0+vTp9C2P+1e+Rs8fvuaP0n/74R8ZarS/+qu3DTNbcrKeAF9cOdHkn8giRuI/mSUPa8xCkNqpfXH3bxwaXfhBo6W+xPmg3uErvHbwYu6GHxT6OCcUlnYScwKF10+MGrUhHyKYtO6Sd2VqtSdnxIsI5D14iV5K41p6FuVDhLAY58nD0vJ05IkPLDcInXgBkiJ5YPF7SDP4RKRb5JxgaXYNGnPZSl+gQ18SNEMEtMUseB+t9tTmnBNUWyx5lTRrLV/4QVhlPhKW8pQ5QFVUHmvToh+5ScuvkVdpcC9PfEUwxQuQeI8CNaBViV7koZFZCFI7nXkfMYwfkK+G80FjkNcNjZZ8CT/IVa84J3hRujEH4zU0CLp8iBCWlqWVZ4uXWGbUd+l8ROhlQsmvpNGbIR8ihMU4Tx6Wpulo1hvQwIvdDR/YVSvveEFlbNV7SB74RaRb5JxgqV/4U4MLzHkyuqFDkDVDhLDUTnkPQaMLP2i01Jc4J9Q7tpXtCWxP4IQ8ge2HOifkA3Hcx3jRS16SfuQHnuL8p+86+KHO7/ze76UzZ86kl/7+y33t+//Lf07/4vH/Oj32mx+TnvAd35EuuOB2rt/znh953Efc/Pd4AnwTwRgRyAdaX+hHa8zCMNtKRrO1Vvygtt7UF+5R8KhLeEKlY3xWavB2zREBkSioe4aZvl4V8GsMHNp75I+f0LbjWnox4gdhcfE8cxBmh3SkL/YcDCrJyDd2sUesmzk+kdCMD0giF9I8at4Lu1FbiBdz1EQgX0TBqzS3yjMa4A9BK3mhQWirp/hB6GAWkBTJJzAHLMRIDug9+EBfrg8jv2iAL0RtcY4vhAG8hORx7fpozjXdRmvFefXGyBxErZIv9izNL9yDUfYhzoInVBrHPtSQtTMvWIg5tRFnYm5L8xd+lS55KVba6jLeEDrwgiD5v64Za3E9y/GDIDILQSqnzMF4FQ2Cjh8E6UjT1d46HxHCafACpBiVozvMgRd2i7mVXJohAtosBZ/azGLPsQF7wFgf1fjDSN7K7QlsT+AsPoHthzpn8WGfy63e9773pYd/yZc6P/TUH6se5Z1XXZXuMPrPeqrNt/iFW/4L0G9fiJC9otpvV9DBmjVDBJPmr3621YiXaPVV17SHYqVx1R54RcwzzpObNFzU4AJzJEQgF6r7yAxoeXFc8I0TXnt/48T5AJOe0jnRoG9pB/wgdDELQSqnzEXKXa7iB14c0w3/xc82npvczsR8xKThkj4IJMyBPu7kUbdcc4omHemF716GnBVmhvGHmbbdMn5A1UdmwSVuNeiPxD70UOMHQVqe6mM1M7H4fRR9OCcELZ5TORFCW0qjuaQ/6GC1ZohgUvtiDuhSJB+BlxgtLSvlrViZWrUHXhHzjPPkJg0XNQwCiebJ+bjHmtx0ZsDSpEg+C34zTbyHVnlGP84HUSvk+ENhaSrhB2GFWQhSOWUuUu5yFT/wYp/bwme72Jpz00wEyzlfJH6spFvbwcUcSFFOBNM1p2jS/NXPthrxY12RfBXsATND+MNM27a8PYHtCRzjE9h+qLP04d7C+y699NL0vF/7FedbvukbJq/mxhtuTG9445+k6667Pv2vpz9tsr4JJ/MJ8M0EJyMC+QDf3AhE5YqmaYYIJrWvMNtqxEu0+qpr2odYbUrDbxoX7YVXxHw1p2iSX6qJO8Gy0azr3NBDtM7sXCydU+L5lPcH4qx9OgQ0QFD0/9QuzionAs09zAClIvkE5iKThgMBHzhQVmTaY2ZE/orNdnkqWjNzJWxpeD+Q+7MkCbOuqVa0nrGfSe0rzLYbD/7uzPUV1xfus+r80ZPcNq7NR93a7MWYwoxwsb+h9SnBOoePBznaIkY+i2aWNOEbCTPxfMqJQJvi8P5BhOhHbpp6iWBS+2IO6FIkH4GXGC0tK/EWjQntodhoLb4fNKfIvHJFtOFZjs8Ua3Jr1pyiSfNXPzvfaC9jSVPskTcR4lohj+cm95bxnGoieNPuxgxQKZJPYC4yaTgQ8IEDZUXGHgvbF++BZ8T8mY2Y5J9TFFkj9/cSyWje9ZHGTISxJppvNu3eQ/KdaS0v77EP+5XNNnV7ArfAJ3ALOvL2Q51b0AfrKI/6td/wjelv3vGO9MevfZ3b3u6C26X73ucK5+KLL3Ztu91yngC/IYHsxPx2BRD5wkwO1IrkBrNgaftiDtpdw+oiz6E7JOwBQWql7AOtnoQfFJqYhbhEDa4xF3GxfNMMEcpdh1NXfdPEudmOCOQNODPQojh5dvIhAs09zAClIvkE5mCyMBXwgenK0SuL9uHckXCM0jwaeBtzJEQgF6NaM0RQWzUyD9WGI1pgD5ix48yRZjt+EJriLHlYStTgGnNAoUhegJlIoeVIpMV/RzlvZGZ3nZ02cmLSPJ/nEVQrJ/YwA31ZD9Gj3uUr+IEXa2/ss2KGfaA5gicUmpgFPj5EWohAPjxL5sHF/jaqNUOEvqse+PiMPOrNe6zImwgzFpwZaFP0148g5EME6RaZAUuTIvkE5mCyMBXwgenKOVI4dyQco3RONPA25kiIQK73gGo0QzNEMKl9MQ/trmF1kefQHRL2gCCVUvwjpZ7bgra9xu0JnMsnsP1Q51w+/bO4928+9znpQx/60MBP/OhT02V3ulN6zStenm53u9ulF7/wBZPT3PWuH56+73u/d6Jvwsl7AnyDCtnJ+OYBMrEvRjqz0K/WA3NQ78hWFnlmE33BHtCXS8LsXvhBxYx5QUvM/TdrLpra8PAWbmvAD9bMWK+dxO4rLvaAmRF8IWtjTsSFgsYsxLZiXpgt9pmIH1h67Bf7QHMjnV0xNJdm0SC02a9QTWE+E/PCOlwgghetG37Q6jmKNfaAGS/ODLQpkhfBD8IiM4A0jmgDzAGCInkBfKCwVJdmPOuDK1bYA2ZGODtkbcwBoiI5jGpmgaUmzEGzabeIH+yqlfeFe8iVfUB1MeIJxUX7q9fr8iFCL+8C87CrdvdRHWdivmuu3Ecela5BXuw7TFjCHmBp68Ibsp7aHDqEZmYhSJ5ONObAV9s3ZqHdVVhd6B8nF+0jXyIEg9I8GoQ2e8OZEmd3ed7SV9Y5/KufXioHPKC8OlHxnYhLBPaAmV78gTZF8o3tCWxP4Ow9ge2HOmfvWZ/TnS684IJ04YUXDnRd5/kFpnMwRXLRdV263fnnq9ziCXwC/GaEYxGBfMA+fgkGoU/QwErNEMGk9sUctLuG1UWeQ3dIFu6BPzCpSF4Ez4g1MQOWphjJBWuJORIikI/p9Wxu3FOqmYPS2lFq7AEznsXzMwfjWTQIenE+rA8pc5FhYZos9pyOLlbYg2YikFeJ5ya3RmaElX5RkxCBfIA5GIQ+QQMrmYmY1L6Yg3bX4VfZA2acdHbayIlV8AMa+sgMuMTNoAZLDy76Iwcrk4xZmCy0BLxb60exxh5Q8dKZiZC1MQeIisr7WjNEYLkJc0CTInmFRZ6l2QXejOEfQauCZ8QaNWtpIlckF2gDmh+EkLBmZZwjN6l9MQftrsLqSok9YGaMM0PWVptDh9DMLATJ04nGXMS7yjdmobx6tOqifTg32xLBcubA0uFSTYRhgYQ5IAflRDCNmYhJ7Ys5aHcNq3gPxZpk4R74A9aK5BvbE9iewNl7AqfO3lbbTmf7CZy58aZ05sYbzzE32P4bZ248+mdw85mbh9/o8JsRyN5j/HYFJJJHTNcMEUxqX5pvdw2rizyH7pCwTyhrKf6RWp/reEZMjLPkfDNCjFjbwW/aNO/i6MaaSXGW3KT5q5+dbzzo4KwHVSOTNxEarSxxZlBO9H+pxKy+wSNngQjkPcwCpSL5BOYik4YDAR84UI4+k79ic4d4bnJrZk5Y6Rc1CRHI/VmSMAfkglqYxkzEpPYVZtuNh1xduE88O7nvyqwnoxs6IPeRmQhLMNHoj9BUIc6SV9rOnhzPTV7ZWWclAm2K/p7SrC/YCrUwzRS726cyuyu3tH6FWfevd/rKIk/vHN3YZySVSvwjpZ5BwzNiC3GW3CT/+kku0Py1jmZdjzfWrdacokntizlod2Wriz/PMyVvIqA1iOcm99bxnGoieNPuxgxQKZJPYC4yaTgQ8IEDZWGmr00L22lbtE88N7kNMgeWDpdqIvhC3z+8p1y0G3oEaYSV7Uvz7a5hdTjToCxM2GdBK/6RBSNby/YEtidwxE9g+6HOET/Qk2T3nje9Ob37jW864A1/kt69kPdY3968/o3pPQN/YnnOe1//J2k1r3tjem/P1RZX8do3JO8nVnif6Xvzx69P71vB+613NX/0uvT+ng/08aZrrhnebnzjB4NAwjc5EPNYo/cwC31ZD8xDvWNYwQ8GYU3CHrBwhn2g2Y4fFJqYBZZiVJ6Yi9Ao0JVb1AwRTJq/Rh5zA4t9MZI3EdAa4A20KA6vHxHkQwS0HmaAUpF8AnMwWZgK+MB0ZYGycA85LdoHz4iGLTIPlg4XNbjAHAkRyIEcyHs0Q4Rergfmod6RrSzyzCb6gj2gL2sB/4j31ebQwZt2tzhLvlN3d2rwijmgUCQvwEyk0FKWZnzHQ+wx1oo1vpHQVPJAA9oUh7+f+PiCrcQcrcdWEvRlPTAP9Y5hBT8YhDUJe8DCGfaBZjt+UGhiNkKLavLEXMTF/obepwTmFJVTV2Eeqg2HXJA3EWbsODPQpuivH0HIhwjSLTIDliZF8gnMwWRhKuAD05WjVxbtw7kj4RileTTwNuZIiBBz1WiGZohgUvtiHtpdvoofeLH2xh4wM4d/ZKZ9W96ewPYEjuEJbD/UOYaHelIsr7vgQ+m6C28I3Gi5iPpBfn3Wf6DnPjP67W2PBtfaGlwXIrlT2996fd0is0Ado3J0R1424+cnVmB2jHuU+i+01zdgz6LU09C0T9WfWc6uqJzaYJ7Z0+edGd5q+g3JIJDwGxYofUFGp6enON+vZYE5yMRysdizNL5wj9JoVcMTKg2cV0t8c0INrmmOCC72t1E9zPTLi0Pp47R4eEEj54SZVs4PWdvNN2flUOAHg7DnvwQI86WU80BpbZF21M+W1xwJh+Ds6dZoAAAQAElEQVScwHtIMjWo9qh5Cs5HTR7QDBHCUj0t+JSaOd9iz7EBe8BYH9X4A7IieRH8ICwyA0iK5JydOMAcICiSF8AHCktHJk3Ot8SZc0PoLZ0TDUKb/aWbKAfLBc9Gdz43mj1YzDP8IFcXVgv3kNuiffAEDY3i2IMasjbmIYqjOs7EPI6ck5xzwszmnBlm2nbL+MGu8juz4EXrxhy0evo1/KAv1wU+jy6cWPx3VOcmQvAvnRMNQtvu7yezOh951mAtfc0s9GU94AH1jmxlkWc20RfsAX1ZC/hDbX3TtyewPYHjfwLbD3WO/xmfsx1ece+/SL/7iW864P6WD/xp+t37T/mdXiMeNy+0vdiDOPCAN6cXLuQFfZ8ic+QDD3xLesEh+N82W+ST3pL+98BbLd+P3/6kt6Yqn/xnuzViBX64o29MiJC92fgGAjLRCjQgNbiYBfImzEGjqUvJf2uHH6R9/mgPIlQ88IfKci7jE7FVZsFSPzNRoIPXzJEQgRzIQblFZsDSY7n29uacEE6FFwTJn8NYS6O5oR8dBiElZiHN/WEu0ujHDxot80vs1ejCHxotB0t4RWyF2YhJ/iwUWSMfGM0nahaJYDkzEZPmr3621Ygn64rkq2APmBnCH2hTJC+CH7DYR2bAJW416I+oT5pqi/iBpesv/NZPLZvAG0I35wSkGJWjO6M517ihg+WaIYJJ7Ys5oEuRPIBPJCwtT+VNhMrkqn3wiZin5i1N5EQgF9QDmkdQTlRtMc6Rm7Tskk+jGz9otNSX8IfQUfJCg9BWT/GD0MEsBKmcMheJXeihxg+CtC4d+ZWGV/nLjwhmyHwJW/L3FmvkA8yBBOVEMJ2ZiEntizlod/l5aMGbuBr2AAYVyUfgDyN5K7cnsD2Bs/gEth/qnMWHffa3yn9u/uYXvTld++5r/RjXvfe69LKfe5nz+z//++nM6TPprS9/a3rFL7winb7xtPe8/n+/Pr3yl17pa6y/4n+9Ir3p/7zJ147sthkdyRPgIw1NM37bErFmzRDBpENf+ET2MoznJK+YsE9laSrjE7EO5iMmla84R843N0AOTPUx+pGztBg8oTLAN02rPftzTf67ftsDL7B0uKgBQZE8Y6FndV5m+AhphYgPFJbmJfkT57uXdeAVsSnOFzHJL33MWHOBORJFcqCOmMZMxKRlV+M9hMFengwKnVN1JWqfynIuR09yW9W8oknli/4IXTwDadQ98lLs5WUBP3wr3XysK0t1Gc9I6NQZo6802siJE6IfuTWolwgmLb96j/EAPpHx+qIa70hliH0qS1M5+pFbB/MRk7KLNRfoj+jjLY0mcovMRExafsm3MiHfynJZ7s9V+1w/Hlq0x4wnHvgqkk/AIxIb0EONDwRpeYoXNCbi36VG28ESfhFb4XwRk4ZLugvMeTK6oUdsWXOKJh3JJT/iXoY6J8PkxAJ7+xe8Nml7AtsT2O8J3KJ+qLPfS7wtTx18+eKHMq957mvS7zz1d/yB3OGyO6RP/4pPTw94xAPSy3/+5enqt12dXvVLr0oP/OIHpuf8h+ekN7/kzem691yX7nHlPdIfPusP06/+u19N93nIfdKfvfzP0gc/8EH32G4n4wnwURbNE/FNJNCkSG4smre+4WIeBsGSUb3a0yyGCy8YhDT8ximFP+wRynaKHxS68IHC0k5iLrJTU5KWDv7IhwgHKysyfEM7PoCkSL4IeREhDOEVYUm1cuIE+RAhNCyaV/9odnieIz16anRxxAsYUCTv2csbn0jvRSj5ZRpz3ohK0oMOfUlQBxHQFoMXVAbwg8pyW8YXQpe8FFkiB/JZ8IPQyGwkLOUpc4BKhHFObUQ/cpOWXzO+GO3lia/ApAcv6MtELtDIiROiF3loYAaC1E5H89480vADX1t7wwsac3hDoyVfwg9y1St8wItwGzTmIuqRptqiZohg0roLz9EEPpHRcruUHxFCd8lTWmibpvIhQuiI8+RhKU+Zg6hSi6DjA0FankY/8tHkXr74RIInfiCJXLjGnCejGzoEmTlKIpAvAh+IzaMaP4gti3O8IAyUvEpaGNnS7Qkc6glsw8uewPZDnWXP6Rbf9af/90/T/R9x/3TVm69KH7r2Q8PrecoXPiV94y9+o/1i5+Z02d+6LPFd49v++G3pr179V+ljP/Nj093ve/f0l6/+y3T1X1+dLrr8ovS3v+xvp7/+479O259b8BOwL9B8Ae66LnWdwUuxSFgNcz2dDXddd3hP89HVdb2fRbTObhErV19d1+3OSLTpzjj0hVePmafj8Dz0GXuDrutS1+3opSF0Q7Yy6f26bg8HZkS/rbuY1nWdn9Vu/cr+oevMy8a7Lo8mrb66fmKIwbNf2j/g1cPr1h7ke5maF7Nd11no2ctoOtR1vZ9FVjtuBhEsXX+ZV9d1ftbVwzZXnDG963pPi8WePcSu23l2XbfHdD4ih67r/LV3XZc37FOZh7sQYR8PZmzWDpXExJP1dLg/XdeZfY9ZdQFL97q6rpt47mUUh4KnmadutBbLRbn5JaPrOgtdsls6qj9d15ndjujZWQEW1l8Vz0VGNmsHSk7a/fFzmN51ncldsls67J+u61JnJl3XZdGkva+un+y6bvDspf0DXj2JuL9TYl50KVna7UhH86frej+LOHZ2i1h5Uq7tHNsTuM0+ge2HOreRD/0Lf/iFif/M6vr3XZ/e9Hu7/4Tq57755/wHOufd7rx054++c7rrve/q/1qHf51zc7L/xz+15N9UGjef4ZYS0VZuI0/t1vcy9UU4e2X9F2n7DiA5ad2fw3oyP94RDTKdc0ayxfkCP8g65YdITlwJnpCN4VUia5oW8iFC1iG/TCwXzNbIJlZ4ZnNWjP1N2l1H4IkR/sSBsW+syYfGPMEHMlX9RMgW24W8xnH4u4MftG2Kq3hCtogXICqSLwQ/yNrxAURF8oBmiBCWEjVELeEDiIrkC5AXEYYRfGAQlif4RLJJPAGRGEGrgB9LRCAfkMcg1BNmx9CNRhxY4TnM9AleQKk4fIzwZWEl+ABjiu7pgilj33FN3wibSpDJzEWyxXaBl8g65YdITlxJ01eeijPeeNFCBPIBPGAQpolmiEAHMYI2gB8MwvIkepIPk/jBICxP8AEmFMkdPMELu5FHTCpd+EC2xhwCEcgH6gk+ETqpiUk+RHBx3Q0vyKbwimSL8wV+kHXKD5GcWGEya31oYOnBhQ+gKJJvbE9gewLn9AlsP9Q5p4//7Gx+zbuuSR/zKR+T/tEP/qP0Db/4Del3f+x302t/87XpyodeufvXOXYM/pOq66++Pn3cgz4unXfBeelen3ov/+EP/2rnoz/lo9NdPvYu6Zp3X5Ne9rMvS/e8/z1tYrtuiU/AfjRnP66zH87Z4cktHPrCBzBSTP4DQasUWaxgXZMVtIg3yEvRxWW3yTclGote5NJXRJ0zGxl7UUPWNC3wQiUCuT9LEuaBfAZmQW3kQppH/MCLdbei3zqLSbc8Fb2B80UQ+UZSGjU5sYC8FL2F/oiLh7xFP/I97HRGxT0sJiPRi9wbOB9QKJIH1EuE+HeIGkK7fVIxRV6KWUO9sMkU/bPOlV6axTPiuryIwPuIBXJBXQE/lohA7n8/NUt0sX1jFmIXNbiGT8TFdTe8RHFSr724WBblp+hd8ZzkLva3cd3LMchL0deYi7g4f6u+hxiVn3LiGqw3O6PVxYt9igu5iBcKEcj9vUSCB5BX0AwR9NrJRTaKH2TisgK/ZZ3Lu/CM+KTORwTeo0Ae8ebpLfqRe0ecI3dx/jbMh9ZBwycSepameEWWzrX65EcPOdHfU5yVQpG8wDAT1tAgSIf6XJ/5bMX2BLYncKRPYPuhzpE+zpNpdvqm0+lBj36QH+7UeafSI7/zkemSD78k3f6S26fX//brE/8HkW93+9ulu93nbuldf/6u9Mj/95GJH+Twn17xL3se8MgHpC9+4hent7/u7f5/c+fCiy90r+12y3sC+saPCMVXwDdRUFycivgAK4qJeUCMoEHQmBGSVSu6zhxQKJLPgEe1BR+oNswv4A9Z59iTOpI1Twv8wFeYIyEC+QzMgtrIhTSP+IEX625Fv2ixpy8WmTc+4Au2UspZM2w1gaXDpZoIvoBHxMX2jVmodsmv2jC/gH+kOKF9iMWGXJQfKjkxMQtehBsaRMlyzcWo3JZ3F3Owqxbf8YHqwB6e0QtvcE1eRHDRbuRgqT8bYgP8wFuYi6SUXC/cNEOE2EINrsmPgpy4EnkpFsdXeuMVcU88wIv+Ri16iaBZciFN0fU4S+5i+8Z8swMfaDa1F9kDml3sEWk2p4QfJP4wp6icugGzoBZyIc0jfuDFuht+zYk9ffHEG8iTfIjgot3IwVJdw4wEi9KIYFJyT2ZFqv/RDBHGnYO2wGs8O67xiozXvV65j/yYJScOr9+LcCt4MyPUOa5dL8y6vt22J7A9gXP6BLYf6pzTx392Nr/07pf6D3G020f/nY9OH/XJH+X/Uod/rXPl370y8Z9god33IfdNp87fvS3ou+Jzrkjdqc7h/1DyPR+w/SsdPcdbYpz8xuUIXgSekFmVfiPUdflvePoBZoHSOgjDvybyQjc8gVqRvIH8Gi2HXuLs0DTSeYnQbLbHZOsTT+bA1uYuZmHcN9Hwg3HjUdV8zPf0mpx17MO5IejMQPy4U4eWXao5IuzUc3HP9uSskIm1YuG58YPMhlmIIh8rNAg6syCJZ0sN0jwyB14c8Y2z7WnJOaE5zrmBJkXyCvhBtswcZGJeaIYI+WqlmvGsTPnnUD5WtfVBX/FsOTMwq+j/EgBByI9zg3SLzEA8FzXY8sHFHKAokh+WQ3pxTmgeQ3sQodl88j/Xx49V86Xo495sKi8ueqajZ1maKWnD+5N5KB/B1eK8r4xuMz6j7mLJXlBc3FPED7JxzgpR5GOFBkFnFpD0cacGtAHmYBC2ZHsC2xM4CU9g97/eT8JJtjMc+RO42/suSR9z1Z1PBu+8fHcOYoV7mX6iecdl6WNPEKdu1pfdtPgPE7BogC/8MNOMH2RtmiMKGmJObTALlvpFLlzQTbOK0isRj8rSVF7oOR1MiX0gtf7gzzoRyAvIhwhZS2dKaRYNrNk67J6qZ9J60h/mQPXCOPFpza3wxxewUyR3xj7UwGIfmQEkQQ2qPfb9iQgulm/MQnm1oOIHhaU5iX1grs/X2QO8qN/wg6yDOUBUVN7XmiECy4IaVHtkDigUyRtMPBq9/rFqrY/W8I6MlvOS80ZsVbOWDhcaBRHIBzQ/CCFhzUpmIia1L+ag3VVcZZ/iQklcuAeegIXi8HHBA1gEciDvYQYoY1SO7jAXcbF8YxbKqyMVTyRF8hWwDzRH5E2ESrN8iJC1MQeZaAUakBpczAJ5ZKIxB7FpJp94zPSvWcYbmFEkL8K5I9bEjLDSr3G9E1Et07yltYtOqK0POl4URCBfCfvAojH2gJlm/CBrYw4QiTDOqQ1mgH1OgQAAEABJREFUwVK/yIULuuEB1IrkkZoee7Z8ewLbEzjSJ3DqSN02sxP1BO7zl3dLV/7F3Zvcr18n3u/P75Ym2PpEC32f0OfEIn921/QJYH1DJC+gfYo+hf6sjz324BNt5hPf+uHJI3kEPWJr/hpmonvFuZX5/a2/ylvuku7fc8l1F9Tfb4dZ0W9giDDjxW9xgDZF/+0Ys8CCoAbVFpkBS/23y4poAi3zHHn4+ujG7Eg6lpJ9oGnOeSOVZvkQwduYIyECeQQNTNMMEUxqX8xBu+usrXLmiG/M+cCLcEMDpD5OZm0tauQm2a/HLWNGuFi+Wae/LxXLXUFd4Bm6s5Q9MqFUyF+x1BM0PAFJcfi75OKgHjwX06USwSR/DkSQRu7E85C7eO5unC/SPAnnjVizZi0dLjQKIpAPz1LzLo5urJnETMSk8kV/pNxVVfkfYtXF0gJ7lfSRFs9O7svMChf6W0FjBuggck5ihLVFz9Qb7S1rkXkLyy7+xyZnW9addbEPZOK4wDsyXu9r+RDBZeZIiEAeQQPTNEMEk9oXc9DuOtwqz3ahA2eO+FjtfOgRa57MjjTWTbI3iGWjWdcLN+v0z3GKhZYDaaHnwcAeWdyDfMYinpvc25kDL+ymnAgm6WIGqGNUju4wBxSK5JGaHnu2fHsC2xM40idw6kjdNrMT9QS6jm+ZykdiBVhV9N+4xRnlRKC5hxmgVCSfwBxMFspC06s8slNX7MEA+wC5v25PRjc8YSRTMgvKFaW5J7OChgqaIUKlbSfjR6ZIftTImwgz/pwZaFMcXj9iBD8IGjOAFCO5YC3zHHn4erhlc0E/jnTRXpw3MnOQzJM5+olALsZ1r2fzvVYMzENxsSziXV5pqHvsMezDLIzt0SDozERYolZUPryXmAcaKmiGCJW2A3nG76Bxmi32Zw8xtckUPAFRcXj9LpqK1zinNmw1gaVDHOfUCQ/wYv4mz/nO0LHCX1PsA6qLEV9gUZHcKM2igS2n4XUzB6n+RzNEqHbiAzQokh8X7AEz/pw54u3MCRf6W0HTLB3kiuQCbXimFPgQK2RzlZ6jkhftxXkjM5tnnszRTwRyIAfyEdn8aC0rmYdMrBf41lcbKyv2wIV9gNw/7p6MbnhCkJmJsEStqNw9mRU0VNAMESptOxm/XXZ8d/aIzOzEmYE2xeH1IwJ+isqpDWbA0hSjcnSHOfBiu21PYHsCJ+UJrP2hzkk593aOBU/gsnt/XPrwT7xfkbuYXuX+n5DuAuMetJ47W1zFAz4x3XkBl1vP3jzw/unyhVxmfYv5pAeky0bcyWpAj5G8yCc/MN2pwqW9TlzE3/6kRN95d/iwBe+CQ7TwmxaYseC3OJC11ebQITQzC0HydKIxB6wqkhdgFgpLRy6xDzSNdV4iNJvtl4u2PvFkDmxt7mIW5vqG34jPNh6yYeG54y6z58cTwhAzgDSOaAOaI8KwME3kM12pKDN+lSmXV+3FPuCT9RuekHUwB4iKymNtGrNgaXZNNOYg66oXk/l666FW2AeaJpwbaFIkN0qzaGDLBxdzcKBMMs0QYdJQEmY8SyOrNfaAmUHODLQp+ucQhDH4QdCZgSAN/zIiau6pWcWs4aDADw6U48vYB5o76LxEaDYv/Fzf8OE8MLONbWRdDZ/xvHWPpWX1ij1kOLsXnqABi8yApf4eipF8QHNEGBamifymK+dY4dwwcwzOD1kbc5CJVqCBpbqYBdWKE405UMMWbwtPYHuNt4AnsP1Q5xbwQTqqI379N12WXvryC9zuT950fvqkT7tbeqDxkR97j/TBD3bpH37l5a79m++4NN10U0pf/o/vnD7ts++a3ve+U+mqd53y/Gv+6WX+/Vba/tz6nwC/iYGZV8pvcSBr05yiFqlBtUVmwdLsmmjMRbLuaTGZn7YcicI+0DTj3DQQgbyAfIiQtTAHUeQbKzQwXTNEMKl9MQftrmx18g1etnq4gjMDLorkRTg3sNhHZsAlbgY1WHpw9f2JCAcrk4xZmCzUBPygtt7Qj2MfPCHblvMBoqLyvtYMEViOTDTmgCZF8qOE9/tCP84XaY5x3og1a9bS4UKjIAL5gOYHISSsWclMxKT2xRy0uyarq/+OLtxDZ2dDcqL/HfJkdMMTgswMSOKc1CDNI3MRF8s3ZqG8WlB5D+FdWJqT2AeaffImQqVZPkTI2piDTLQCDUgNLmaBvAlz0Gw6e4ucGdhRkbwI545YEzNg6XBRwyCQMKeonLoAs1BYKkv4QXn16FT2gBlHzg5ZG3OQiVaggaW6mAXVihONOaBBkXzAkppuS9u1PYHtCRzPE9h+qHM8z/XEuV57bZc+8zNuSD/+Uxf5D2WuuPdN6dUvf0f64f96dfq2x38gnbHvrj7ynqfT037yPek/fdf708//4h3St/+b96cX/Pq70jP+14elb3ncndLv/vZV6Z993bXpbX993ol7fduBlj0B+zDPN/JNL11EIG+AJ9Ci6G8yZgWLMK5NYwYs9d+4kY9hrerpi9MbHlO1ohTOVemcyOwDk4UoyF8xroVcPkTwJWZIiEAeQQPTNEMEk9oXc9Dumqwu8p5MzQv4RnyC8wkX+lvUyE2Os+QmTd5TaGveS/hEfL524xyi1tPQtU+j5eA37gv3iZ7k7h1nK7l6icBcjMrRnbGPi0d4w3+FHeeL+GjNAz1izZq1dLjQKIhAvui9hLc1MxMxqXzRHyl3NVX2aTbERfaKdSXHM+JtzEZctJs0S3VplppckVygLXqm3mh/HSwya2H5xdmWdw+d7AODUErwjpR6TJMPEUyyF9Nnmnexv0kjmtR3Dp/fTMourQ8iczAI88nEY25khT/ejnkSLRy8fi/CDd+ILTEjrPRLteJOtGo063rhZp3D8yQvtOyk6Ee+U1fdm/5ywjsivRLxBJYVh79LLpqK3zinNmzVX7+lHlUT0QbwAARF8khNjz1bvj2B7Qkc6RPYfqhzpI/z5Jr99NMuSp/9oA+lv2U/uHnnVbsP+3vecyp97/93Sfrn33xNuvGGLn34nc+ke37k6fSYx94pXX99lz7iI06niy8+k971rlPp8stvThdecHO6z71Pp7982/ZDnZP7kW6fjN+4TL5Aj0dW/oYFT8BG0X97G330BR4NaO5hBvrSA3VkJ5qiWUVfOLc3O1WC5ik4b6TZnNxv8GQu2R8iWDp3MQtzfQk/mG08RIM+9issODv4COcDL8INDaJk+TBnOZdqIqANr5t5cLF9YxaaXQu9ah74Q23ddfYQLrRv+AFdisPrRxR8nAq+zABtRD5/EAFtoDA7rFUSvCpLuczZcmVxxTnBBzijJ6MbOiArklfAD3yZ/oiL5ZtmiFDuMlV+lvrHiriSpv9KL7XjGXE9nhVBH6uxbmuatXS4pCn6QpwldzGlcx2yM9YOw3kjtb5ezzyZQycC+QzZfOhFD2Xy99FCzxT+HPffUc4JvmXtfOjgTbvbMLMr/S6NCDvRMmaFi+WbdfoCEbwo3RZ4lcai1vRX48p98ATGFasf94I3MxDnqQFtoDA7rG3J9gS2J3DOnsDuf92fs+23jc/GEzhzJqUX/M6F6XuedEn60zefn/7n0y9Kp0+n9Ki/f5f03F95lx+hO3Vz+qp/fF267LIz6SPvcdp/uP/e957yH+6csp/hvMt+EHTTTZ39QOdUuugOi7/Mu/d2OzlPYPFHTt+YLzg6npC1lubRRGhmVkge167HWXIX2zd8mh34QLOpvcge0OzSHkRoNtsvLG194skc2NrcxSzEPmqImv9FX+iZzVmBF1hav/b0xrDojR94g3UopzZM8d8wWjpcaEOhRHNEkH6YeAQ+nBUWHWPhfvhB5sksZKIVaGCpLmaBOkbl6A5z4MXy28RnPLqHZ0ppcMEfBoFk7EkNpTW0EfhBJjMPmZgXmiFCvrr7ez/W/O/oRJwX8IfZzpkzx3n8AE2xeD48Bc09zIhe8r+vaKo9xllyF9u3ice4HR8Y6ytq9oDmiPYgQrN59zGfeDIHM7MsMwvkQC6oB/CDQVie4Nfs3tNXnhN//GBosI5Ym26K3fOrpA3vT+YhH8mq4nzoGNZnfMJINcULqg1aWLEXfqBRj8yDF/2NWvQSgVlQriiN2inMur7dtiewPYFz+gS2H+qc08d/3JvvPhW/+jW3S1/yqOvTT/+P9/p/XvXbL7gwPfE/3jH9g79/XfqfP3uH9LSfu0O64YYuPfG775h++EcvTh/3sTel/+fvXZ9+8mcuSk968iXpix/xwfT1X3dN+h8/eVH6bz90cbrffW887oNv/sf0BPiNCzTt+YLdbMgX8YNM5Tc5CEQgF6N6Mmt9aGDpwcVc5GClme3+FlRa5McyOXElnBOaY/JWrDTLhwhZG7OQieWCWYir1BC16m/x/n/23gNes7K69197hg7SB1CJNAFFUIOiGHtNIibR/K81dqNXBb2CvSAqtsSCDewlxm5ijCU3seRaQZpGQKSKIGVgRkHKANL+67vevfa7nr2f3c6cKeA+n/3da63fs9bved59zswc3zODSVO+wAvyq6qO/DrSCcEPPCdW8NoBAW9yoPZIXgM/SGTvJxaN1aTVi86vI5rw8ug59Qg4CfSO8Pp7m2YN+MGsKu+cDyg9kgd8hgjx9VNDaBfBB0Q/PGq62tcCvThfJDlH3ZPaSRrTAj8UIpBXDJinlzmHOoIe6+SZJgv9BV7Q2snXELQ2NBfwA1Y82hlNUIVnQO7Uau3wlSqiQSWQMBdBG0D8Gm20ux8L5MSRcE7oHBvo7T5ESDzxgERMC58hgq+SO65ZxA+sGHfDb9xEfzeeQKdHcoNzgn99kkesqXnDB5IV5hCIQL5AKm/3IcIC/PCCzlF//Z1N80X8YK5oxvlA0+rXKjm4Tq74bPx1hAa6PL+YAxSP5BPTE5iewDp9AtObOuv08a/pzWe/Fe9/zxvk6X+3qtrsv76xUo484kp58SFXm/60p6yS7be7WT76wcvl4Oer9tRZ/Y9v/b0c8borZd+73SCPesT1tvZJfWNogw0qqym5lT0B/rCO2PHjNw4xt8X+m/vRSU60n47h5ZhY3tDKlFDNUJSgRUxmLmLisJt7eTe15e5HQU7sIrOGFyRLeDkseE6kbsF9iGBtPkMEE7tvzLaRTOIHiTisqPtXU/hBJQxPsp54RdzONWpyYoZRnpn5KLkXmudE6s6veWvov+EVsQleG1AQgXwg7kc7ObE6K0WLn/cSgVaHGry2iA9QeCQfAF5O0o4PJOKwwv082pR7EduwxvwNL1aIQF49S/czsf3GnEOX5x7RxnraTO3mfh6TZc6aCMMK9/JoU3hFTCxv6GVKYI4YQYvYGnMRE4fd8IqdVe1+LJITR4IXJGN4gYvk4HVLdB8iWJvPEcHE/M1niG0kk/hBIg4r6v42hZdjwrhbqyc20dfzGOnJ0Oo5YDbauY9rXhNNi37kJo674RWx6egVc1vsv7kfneTE6vcSirpnrZ74ucAAABAASURBVK5m6C1Bg7KcBeaAyiP5xPQEpiewTp/A9KbOOn38a3rzxm/Fa3rDyT88gbWdDv5s84dwyS0ambOo+egzM1OCB99AEM1TzYgaxl94MkVU6p4L8nUfjfVz2lbcxlJ6VX5a+1krK9WqfGjCjOJeHoeOZ/vUL3fO+rOkhqxHXSw9E1/tGTyvvXa5D4XnGv114wcsLxj1q86pJviBpqMvzoWXQ41XZAGms5HynHgnvuizjnF35hS8oicmnJc4GvWrvDTHGy/Aiwjkg1GfPs9Or3I+6XFNY3VG8qRpAYV6VGfVcV4raDrqSmZaPJOe0j2nlUtpKD2rs2rtzyFtHFDpLD4R9+I8MMCl2YIvKlGpey7E1zxKL85rte7hXh5VGn6pH15gflpbLB3IWSvL4UF9mGOec3nEgJo4muipuXtGP3IY7K0+nBOi34I8fNOcp2qjPN0rRvVYrXOWXpyD12pliyc9th5uOS0sC2ezuvSkZh/mLKJbw4gbMyV4RE9c8CaOJnjia6iJ+3lUabqmJzA9gXX8BKY3ddbxJ6Dcfo2EVb/9nVxz6aVzlmu+Rlku1yxXLulmla6P5xKZzRAXyMU6t8a4WFZdnOda1Vebiy6Wa2vcfEP6z+Bmfy9rwJcSf10WtNVniKDS8Is/7DPd+EQyLf1SeT7768JljmccHP3NBD4RNcMTNBWP5INxPwbINeIDmi7qtdqenA/CqfAEJJ4nUANaL/hBaGQWgtSfugdfU+QQpvCDII1P8YTaJK+5JvWX+ER0gvNFVBp34ccEETSPfuQqjbt4nrUJfADZI/koOB+EIbxgQc8TH/zAc434gab9vz6ZBZr9dVMDWgl+UJYLCzXPhZnUpvCEIHNOcMmfbdR8LRvxA130GSKoNOzyZxm7gydeTmwZnJdeQoTMoL/uzFJewieiXfGM5CqNu9yPKXKN+ICm4pF8MJlniw/g4ZF8FJwPwhBewLMElqiJg8APQjPzEKTulHngdQM5hCn8IEjjUzyhNumvuyZ3l+5DBO3mfBGVkou1RKgXpY8QQdeZiag0/OJZZrrdjyVy4mg4HzBYRvfy5+mRlonpCUxPYNQTWNTm6U2dRX2c65fZdb+9XFat+O2cleQrte7n2hUrZTSX6Qz0zK7S9UjnPpetkGsNvMmJKdfpnlkuXSHXRdTnuoFcr32DufQyuV7PcL3ulcPPkFtr1ZarZ4Q9atxyw43Vf2SSP1Qh+Qqs/0FPHdFmnyGCSv2Xe7R04hNpaeuWfQ+P2o2nhuRCg0RsK9zLo/YxG1EpuVgzwWdiZMFrzzUyE1Fp3IVnZgJPZI/kg3A/IoQhvByXY03uehLdhwhhkRlA8kjegLmIN7jmtUZ8QNPxl/t5zDjgDZmlvOReHrWL+YhKdjU0ZlghAjmQR1SLs+QqDbvcJ9ONTyTT0i9l/N0zDrtGjHo2j57k2sRcRKXkYs0E+iOI9RpNYSai0vALT7o9kgfcN0j9KV6RMBH9yFkigufEBtGPXBvijOcqd1/lLD/1TxpLHZ9I0jO0wCvSMsc+LUtNOfqRawfzEZWqy3UT6I+YqDfXNPXn4XMeWRoMfplm9/KYaWmX3JMIoTPnFzXy0D5P3YcI85Xq+w+k1nlb1FVmHTSo16ppp/lqOv5yP48ZB/wzcrvkXh61E4+ISnbmuuZfJ1WkEdzLo2pxllylYRceLZ34RFraumX8ga4y4kkZQYOoTfliP4HJb3oC3U9gelOn+/ncqldXbHW1rNhyzkryra6RFYGVZU5cqf3OCs1HkfFeYd66f83L9/C4orae1FvreWus1BpWaITLiLaX9sa49SpZYaheRfJ+LlPPy9RrEOp9mb4Gm2EOMrOXZrTL2jQ8e7huw5uqr09+cgKVQFL+VIXUoAYKj+QKs6Bp/1WbbRvAD9rWO3X2gM6mkYv4QWaMc0J9qdKYi9DINziuUZf4DBFKeVjAs6OTb5pGe3JGPIlAXpLzQgNaPJInuA8RwiIzgOSRvAFz0FhoCvhAc2WAwh4woJXnO6BNqp+w4gsy/+CcgOJ+1IBmsyTMgX/OyYG1Ep8hQikvSsAPFmTGOaFnGH+np1XsudQ8fdaj1D7QTWIOKDySQ61mJkLLYPDyz9fgoZ5GPCOh3c/pX0csueY5sYH7sUBOLInzpdQearNtjaM86ybsAXU9U8fnkFmeS/jBXKmy+lnxTDTmIv75dq1yEmFO9IMImg673LOne5QnXpzRo+fULeAPLHskT3AfIoRFZgDJI3kD5qCx0BTwgebKAGXgHnzOB7jNWvCMzFS7c06IftQwaygz5k0ob9RQloSy076mPEdfMGEQPwjS8JRzQs8E/tDTNi1PT2B6AmvwCUxv6qzBh7uurX/5J5fISXueX3FiyF13jXjinhfIgtlLZ7P8Rk7cK+UErVeH43Ueosfxe/9G2rmwXCOO4C7aO5iL5Pi7BO6qeYafqLZYXL/RjdWXGN9UQCWQ8I2jQx1BDzWzEKR8yhzkVxMVP0jEocXAPaJd7154QhwKeZwnd6zF54hgot7IQVO/mPN8VKz5tM2uln9tj5wXGiT71+aqNXSoBKl+YhmkfMoc5FcTlfNAIo4pBu4z2BK/SBjknI7L9dp0n6eIOXUJc6REIO8Fr96mEZ+nnBd7QG4taJwZkDySZ8EPwiIzgOSRvAFzwIJHcqjV+ABLo6l5tc0vyB9vCKb4QJDyv76Yg9joeU3HD3y5NTIHrQ3zBfxgrozIBu7hjoP2wRN8qBbdI0bPq1bmAYHoUJfEmZiXy/mAT36loQ72rE+yB9T1Wo0/JHLbHDqEZmYhSPmUOcivJip+kIhDi4F7YDd4D/ckAsMleEBZWqAGK/zGnINGTgz4DBHCUj7FA/KrDXWQZ2NKBfYATbsu/IEej+QT0xOYnsDaewLTmzpr71mvg53m75svP2O5HPmnR8rb7vs2ufH62ZsBV6+82rR3PfRdjbMd9+njbO33l/ze1j7yxI/Y7E03zP52CF5HPfIoW5tu6+YJ8Aenf4aJkJyEn65AImqBBqQKF7NA3glz0Nk0XxzkOW+fZwP3wB8Y9EieBc+INjEDmtpPyIiA5lALcyREIK9T6slcvWeRaj73o604H/QMZs/fNocOwTM7H9arlLlItdBMBns2Rwcr7DG8WbtrZ1dFInhRe/Sc2vB5K/RGrUGIoDkzEZX6r3K2v1EEb1nIB3tAzyz+QJtH8iz4AYtlZAZM4tYG/ZG2PtXxA03HXQP+h000HP1r1M8fTULuZyZCWBLx2foZXRcRnyGC9H2EWSGf9Wfv+EF2sU/Eu37uzAz+TmY5lfCM6GqcJVdJiBG0Cp+vBE3QNEgZfdYkbkMoZ4e0LriHPaDHIJ6/am2bQ4eqUSQ7L5kP5iKZFpcGe/rAmo6cmz2IoLmfkailXZ4TwUS/MQfUfK17TgTVmYmo1H0xB91dtsrvRXhbMfbGHtAzhz/Q5pF8YnoC0xNYe09gelNn7T3rdbATv5XPtv3ue78rh//scHnlsa+UL7/sy8IbOmf+vzNNO+Trh8iHn/DhWaPer7joCll53kp59U9eLd95z3fk2H86Vh7z+sfIYd89TH7+tZ/LV179FXntSa+VZ37ymXLuj8/VielaV0/AP8NESM7BNw+ASKyjus8QQaXuyz26u6rVQZ5Vd0gG7oN/JDg0U/f0qB1xllyl6ifh1IBm/ybe54gm1m6lzkyk1pUvy9n84mqq7k2EHjs/O23kxOT1I7gPEdBKmAFKj+QNmIs0GuYCPjBXRmTsMaDd/YnQOYJnRJuZiahkX0seWSO3Z0ni8+TgtUfVmImo1H2F2e7G2Sres2zkfdA+878NxD5guzBrSe2GDshlZCZiS3qra/ZMmXG0p+2Ks+RtfWtN9zN7bNnYz0oE2jxWrx8R3Mujat5LBJW6rzBr/h3d+EFHS/sS+7SvViv4R6qFXIJnRHvibFuubfpFq6u1WdO5oYeonfZr3CNLnTAPnU3pIt6p0lG5NxE6WlnCGzwn2uc6znpOBGua3ZgFKo/1nLryZB5MzN/wgfxqh9rjm5sctA++ETViztHSLmoSIpDb6ybxeXLw2qNqzERUyl/MsEIE8gHgPaCt2cIe0FxJFPwjyeJUTE9gegJr5QlMb+qslce8rjaZv1+++/12l0O3P1Q++uSPypPf92T52b/9TPZ51D52sI232Fj+95f+t+Xctr7j1vLnL/9zOfwuh8uBTz1QrrjwCtlqp62EvrN+cJas/NVKWbJ0iWyx3Rbyi2//gpGJdfwE+ExDcgx+ugIukgO1R3KFWdC0+2IOurtWf3XkHpwdOjfGEzJNzALflBBpIQK5MBcxMX/zGSLku4LKN0x4B2lIylmH9NnZaWQPIO+AMwMtHs0jznpOBJpLmAFKj+QNmAMWesAHetoWZZl9oNOMc0dCc24WDayNORIikDu12meI4G2tkXlobVikBfaAHjvOHLH2tjl0sKbZLc6So8boefL1WfNgJsJMJK615vwabV1czQXOG+mx87PTRk5MXj9ndT8WyYklzEBZtgfmoL0jWRnkmUwsrGAf6Jzm3JBpirOeE8HamYuYmL/5DBHyXTUV75q0aKV7E6HHmDMDbR6TryVbKFfwA7QSVoDSYz2nbniamL/hA/nVxVUH7cNrjvQcAU+wNuZIiEDu1GqfIYK3NaLPEaHRsMjCwD04c2SRTzHZTU9gegIDnsD0ps6Ah3TrbZn9z75b9Ju8ez/+3nLUyqPszRv+KdWOe+0oq65YVb206666Tr762q/Ka+/8Wrn4tIulWFLI2857m/z3+/9b+CdX119zvf4Ea9bOGtlNN94kSzdcSjqxjp8An2lIjqGf9+onRcmCFqxp8ItZ8Lo1MgetDYu0wB4F3yI0/dqU3vPjCS0GzLMjkRYikFfPkXkwMX+rZvLLTZXX2ePZHBLhrDLmgz2gZ4bzQ9LGHHDWuIAGQWMWgpRPmYP8aqLiB4m4hgr2gU57zh0JzblZNAht+vupKngkYlpohwlEsKLrhh909SzGGntAjxdnBto8kmfBD8IiM4BUj2gVzAGCR/IM+EBmqV2qf923dy58hXNDjwNnh6SNOUCsn9V11hRmQdPuizno7qpWB3lW3QtP2Ac6HTg3dDbpL8FyHT8oy1lgHmZV9h5nYp5tdrHH09tWK7IH9JhwZkja2ubQITQzC0GytKExB7bafWMWursWZ3XQPn5uIvRsjSckbcxBIqaFzxAhXc1U+EFmaVGlgXtwZmBvj+QT0xOYnsDaewLTmzpr71mvg51m/7OvKAr5p7//J7nw5xfKJadfIns9ZC/Z68F7yTGPPUZW/GqFHP+54+Unn/mJPPYtj5W3nPMWWXbnZfKVV35FLjr1Itl8u83lgc99oJzyjVPkp1/5qTz4+Q+Wv37DX8up3zxVTvz8ifLQFz50HbyuwVvephv57AIvkgjkFfp5F0Dw6HlZ+wwRWO6EOehsmi3iB7Nq5H0Be/TuhWewcsfwAAAQAElEQVREj8QMaCoxkjusCXMkRCCvU+rJXL2nrS5n25YXRWcP6DHLnp85qM+iQdCz82G9SpmLVAvNZLBnc1Sqz510f7AHHUQgbyWem1wbmYmoJNQePac2mAMr9OY5EZBqaNl9MQfdXdVq40zVSk/CHtDXpuu+h0eV8hd+wGoZmQGTuCnUoOn8oj8yX2lkzEJjYV0Lfv6Wc/iZiZC0tc0G3WeIkMznijAr5LmeUsMPynJcwBt6pvCPdLbjF9Fmn9VUPK9H1ip8vhI0QdMgZfR5k7j1wRz09YV19gjlsJQ9oKcbb0ja2ubQITQzC0GytKExF7Gu/I1ZyK92qPh3LOeWBu3jvkRQI+YcLe2iJiECeQVzgECEWs5MhOVO8IDOptmi+86qkXf2gJ6xuAd5T/u0PD2B6QmsgScwvalTPdTbYjJ/v/zvP/v3svM9dpbb73N7ecgLH2Ivlv/GzrLdl8l9n3JfecgLZhoLG26yoTzxvU+UO+53R/nbt/2t8M+xmNn//9tfbn/X28uOe+8o+x20nzzweQ+UzbbZjJGJdfQE/DNMhOQY/IQFXCSPqO4zRFCp+/L57i5bxQ+sGHsbuA/+kc5t3NOjNsdZcpXsIndmglY+RzSxdit17Rz331mo2QwpiyFN3lOey/62kee+lol+fpbIiTZrSXlzHyKUMoEZ8JyYhblItmkm4gezauSdPQaMjPLHM6L+zEf4HFHrUvX1QF49S59H5Jtmrz2qznxEpf6L+f4u68DbkrE39oCeOfwjne34AU1ljLPkLDnUYDX9ERPzN2Yi+a6MyucoI7dJfP7b1hI9nps8WZwXnJmKCJ4T7WuKWT8jeUSb4oznKrdfPk8HObEF/KBluVvGG7q7ql9Dg/bBL6LezEVUSjxZQ6uepc+bWN7QSMvITISlXsrZ3r6FNLg3EXo8/Oy0kRMbuA8RQgMzgOSRvAFzkUbDXMAH5so6zuK5yfU4nM/R0i5qEiKQ29cSCXNADuQR1ZiJqNR9+Xx3l626rxVjbwP38T08jt1m6p+ewLp7Arednac3dW47n8vMKxn8bWVmdpJuTU+AzzQkZ+YbfIeFeo5WwiyUZXuIHu1dtoIfWDH2NmIfrNkHyFvp8GQWfJbcMc1nPZqot3qNpHAl8wh94NXXo+v4ahh+uS8RwmTOCw1o8+g/mUYz3IcIJs5uzACVR/IGzEFjoSngA82VAQp7wJDWAT3Wgl/ExNmNc8Ksmt2pwSrmSIhADuRAXuIzRCjl7lDzaGvGD9rWO3X2gM4mEfwj0vWBH4SeOEselipv05gDCo/kUKvxidAymJpX2xz+bWsNHc9IaMAHgpS87mrN570x1uSua2QGNO2+mIPuLlvFD6wYe2MPGDg3aB/8IOPJPLAUo+fCXMQaddU16hJVLSOCFX03fPp6dB0/0HT45d5E6JnEH2jzSJ7gPkQIi8wAkkfyBsxBY6Ep4APNlQHKwD1wGrwHnhGGS/BwSkmSmjkWiE6syUuYIyUCeSfRr7NR0jPJyI+B+3DmyMhdbj3t00mnJ7AeP4HpTZ31+JOzuke708pt5C4X7tTCjqrvKHe9cAC/0Z41wD6lJ3H12UFmHsSSCzSuFstknwu6uZuuR+iP9d3OXyaG93ndEffVtSFseONS+8Na9CP70xF+wqJr2au2lp3PDg4XV8uzdr7hu3Z04gktLZy3vlRpPkcEGvlmhxyoS6qZsh4V8OwY4JumjuXuJc4JoSt3VjQIbe0pfhA6mIUg5VPmIL+aqPhBIi5yMerZcu5IOAvnBCT3pAa0Cp/3zzl1tThLfIYIM3XA3T17Wkd5Ri/OClHL5PhDZqkp4QdhhVlA8kjegDlgwSM51Gp8gKUF0fNs/XM+2ptzQhjknBA9qSG0dactnt1D5WpttlQbgfNAY2GIMHAPrOJzoG4FT2hpiGfFkxqSdubBP9/kEJriTMxDSz51z/xqpY7yrKY04ZygadeFP3T1VGv4QSXM/ptEg+aZgzDbluIHbeu9+oBny+e818cb/NxEcF0j5wRNs9+LoRu1uepv8Nji7OY+RJipi3dfsCdnh56j4A89bdPy9ASmJ7AGn8D0ps4afLjr2nrXS7eX3S7dLs9y1ZVdS3bT2EqbR5u+fFvZrWR3jU5do2aN2Msl28w8Ne6eZVuZ6cSSsDf72HrUgs8emjfZVva4pJvddT1C/+4XbyMV7qvaHuB1R9xd1xpcvLV6zthDc9js+g2Ej0Jvjqbzq+2bG3TQTuY02DcknlP3Us7n+vCJ5Hp6Nfcngg7gqSG50CAR2wp8ItrHLGhqz4AY8TVhjgWiE2vPNTIDmi7swj8zuVqe+OEL5CV4OqUk9dr1bMQPwuLgeeYi7uGa1xoHe2pv65Xx9V78PR8U3cujDuERUcmunDZb0BXmrdCb50RAqqHl8Kv0qA/orvY5RicnjgZvCIN4QZBsn7oW15McP0AsI7NgErc26I/QV6/RFPxA04VfeGemV8sXTwi++AFSjJ6jd4IfaJPPEEGl/qucFY8+Udb4RHx5VCy9bA/PMwbsk5HzEj4R7WIeNBWP5EAN5BU+70KsyVVnBjRteKJ1ggfMmqo7foDgkXwU+EIYwstxuV67no34QVgcPM9cBI96jaYM9tTe1su9aw0L8sYLHyJo7j4eVbLLa6IJfivnvBSviaALzERUGnaV87lm92ONnDga/IHBMua80IC2iekJTE9g3TyBJetm22nXtfEEfrXDCvnVTivlVztm2Om3ujbnXK2H8Cvty6N7sBfcXn1LztXo/Epz8DqJ6pvsr7227vrtfye2rvGcAZyrPee6h8c7qIfnROqSczQORr3P6eIOl8s5gbM1zxF7zqn299nfqUfgjqqXnK0RrtnkhnFfRvy0JaLT/pMVIqg0/OIPeKhN4BOpLQ8r4znJdQpPDdU1+hsIfCLqhGdEpfaL2foqGqCXMfqRs7QYuJfHwZ7lueyng56Xw3g5SDxTavJO3IcIoZl5QPJI3kn0IIcwgA8EaXiKV6Q2yWuuSf1l9CPXCc4XUSl/lf2NRfSINkQ/cpXGXWv612c4DeeDII1L/bUzRa4Rv4hK3Vc5VzVRQyXM/3aB+4al/tS9PGYm8M3I7RJekdCJF7g0+1qdvQbXsjH6kWuT+xBBpWFX5mvIfi/RaXwiKo2/OF+k5sBrhprcXUY/cu2O5yRXKX+V/Y1FdGChjPhEWFpdoh/5KL/yXPb58bw0wMspJftvCnneGt2HCKEx+pGHpXzKPLBKdKhL8IGyHBfcz+O46Xy3e3nULs4XUWnc5V4edTr6kas0/OLXKNQm8InUloeV4Yz2daVTeGqortG/PqvJKZmewPQEFvMJTG/qLObTXM+8zrnDCjnzjpfKmTsvHmeoV57L5IydV4M/0dmIe0VtRP5L7f3ln6yQNcKd1HcROF095qyU0+8EKzQCeTerxr6po3/oF4X+8asURaE/LGqykC/homj6FEWpLcRQZ4qinM/Fcl3DuCvn5Zo6FUrnpb2NddWKosg+y6JQnQGN2kA2mKLQ2Qz4FANc6AFrVR9iURQ63oI2FAqXR/JW8GKR2IItcxuCeujhxCmKQtMaoh+q631+1ev5SpUVRSFqpleRRUUZ81Foc1EUOtYC60rrpbPZNdWLosWz1HXT7GirqAtF0eGp631XkWkoikKP0oL2FyUahl8DPHvN1MN6QiyKovOsVb/2Wd51K3uKIu+pG0nRNR/W6ANRLyiKQkMN7S+KQu/p1VTSdTXSS7t0tigKy4sijbWJ/rI2XxSpX9HvkO0oiiJ7vqJQnQmNhDEUhc62oUaF0nrpXHZN9aIo2s+qa7oohgz/KIoOzwE2hfaABvG9i6LQtAURKUQqpO8DL3qILdgytz50XmoURaFSExXnbtqT1POVJCuKQugrikJDExVlzEehzUVR6FgLrCujry7Pcm20pw4URcs50XV9IVdRdHsWCzGdZqYnMD2BNfIEpjd11shjXf9MP3fw5+RHH/+REI//zPF2wE88/RNy/GePl8++8LNy0pdOMo3bVSuukqMeeZT8+BM/lv/8h/+UFeeukH96zj/JZ1/wWbnw5xfKBT+9QL74ki/KR5/8Ubny0isZmbiVPIH6T1gax9Y/wBtaj4AnJG38dCcRxhX4QTKFJyB6JB8A33hAoxUfaCwMFzgnJBPu6c+T2vOkMV/gB8kqHpCI+YJZ4DUDXdRAXoEfiEilDUzcy+PAscFtWd/6Wet1xr3Th3nIzOUkf5ZxrfIf4RPnY44XRK2Rj/g6YhY/IK/grFAJ7UljVlvRQNP5hR/MlVFZ7tnaT4ZXw5MDcE4gr8ATeJZADlVDd4IfJF3MQyK2Fz7P6wY6XSOvGOFZzWiS9VK9unjdVTEswRPo9mifI4QFgg8k47xmQPRI3gPPEbJt+EB2cZjIOSHprntSj3i2+EHDE59EzBfMQnzd1JBM4AeJOKxoeMWxBXomFrEgxxPIeZbkQN1B9pw+R4SOeV/iWYLXHiv/gT4+l4t4QW7NNF63JcNv+EEywVkhEYcX+EEygR8k4lRMT2B6Auv6CUxv6qzrz8Ba2v/sH5wtf/q4P5WnHP0U2XrnreXEz58o93nKfeS+f3dfedL7niRb7rRldZKLTr1I9nnkPnL/Z99ffvmdX8o33vQNediLHiZPeu+T5F9f+a/y6b//tDzxPU80vnb416q5KVn/nwDfqEDnSflmAtqbkhX8IBVLBR/wRXLwWiOdjpZ21euZqCqzjon9N51qb4pe5O2drSv4Q9JQ9/KaCEnzvHAfIsxXNGMONG27fIYI3kfuuGYRP7Bi3M39iNnJBfjiBfh5JDfwy8EiusbGTKk19LJffwQrhvR/NDzKkUpfgGdpUQW8oBLaEt+rbT3o+EGQxF6ze3iU8qOsfYYYoctr8grmAMEj+QDwy7bhA9nFbhHPSNKNJ7hIHnG9FvFDIgJ5hc9XQjNhJlLvYC3RBngm/aHAC4LUTPFvqq0KfkCDR/taMkEV9yM6rJVoh0BZWqAGK/zmsx5d74gNj3pv9CKvrw+o2QOS1rqX1x6T5nnhPkSYr2jGLGjadvkMEegjRtAq8INKGJ64Z3ZiETzxT7zxdFjw3KNqjZlSa+jM6JoQgbyDxnzordbchwihZ2iKF3T24w2dTfNF/GCuaMY8aGrPgAhoQF7CrFNKUq9NZw4oPJJPTE9gegLr9AlMb+qs08e/9jY/5OuHyPknnS8vv+PL5ZLTL5Ff/vcvZef9drYDLN1gqez1oL0s57bHn+0h5/z4HHnfo98nV6+8Wm647gbZbOvNZOlGS2XV5avkxhtupE022mwjufKyvr+pY63TbT15AvzEBTqPM/InMPgBnh7tp7f4OCzyh3+s0RRmQNPqoo7Ygs96NLH7xjck3R1hFd9QDk39nJ39eEdamvFiiQjk9ixJfJ68BZ8hQr2toQ3wrHuMqvmcjxjgfBEb9TMSTShv1EBZRmYpI2gRW6M/YmL3zT1a3yLzugAAEABJREFUu6IfeWtj+4LvQWztwhtaG9IFvADVo31NuYdHGqCsvZcItsRNoQZN5xdzgOKRvIdBv0ZHfh2xJeeLoNnrtqR247yR2rKX+JETgdw8B8zSy0wELUv0I882dYvs091Rro54tnhGzIHzRdzPNWua3Xw2fs5d82idPuvRxEW44YeNR/IRJGdsm8PbaetRHS8N9t+18dy+lkxUBQ/yFrTDVohgRXmjhrKcBfxgVi3u3T/nI1w5X8RG/XweTdQbdQRJqV/Rj9zW4xy5ie035pzWLnwirY3tC717MOp7kA8gepLbSPQgR+TzRQ7UJcxAWVqgBiv8xhxQeySfmJ7A9ATW6RNYv97UWaeP4ra7+VUrr5IffOQHss+j9pF3XPQO+e77visPeM4D5OR/OdleNG/afPgJH5aVv1opF//iYrnphpvk4H8/WF78Hy+WDTbcQLbZeRvhn2Rde+W1susBu8qmW25qc1evuFrufP87Wz7dbh1PgG+mofO0/IFPg0fyDvADWjwKs4AInhMBrYQZoIyR3GEt8ax52HrtxmxNWiMl+0CnOeeNdDaL4AfCB3MePafugFmotzQ0/KDeuJj1Avw5J9gxmAcrwg0NoqQ5c6CpXZ4TYSZqxqxjYv6mnbZABCtytwFeubGo4e9EPcl9H4/JYrOIfuTWkZt1jWhNsxszQEWMoFUwB5XQn+DV37V6HewB5tJ2PnSgySN5C/iBLdMfMTF/8xki5LtUdT9NhZw4kk7/utfAPfCMmA2zYEW4oUGUNGdeg8RI7rAmzAGFR/IWmG1ZSuUBXulAWrEPpGqtYo9Ibble4gemM0dCBPIemIXYRg1RS55pstBdNHza2geetz6OP5juHh5N1Bs1aOoXM+A10WsioFWvm3kwMX/zGSLku1TFBzRd6IU/dM6zh9PZOFvED6g8Vq8fEfDz6Dm1wgxoKsQIWgVzUAlTMj2B1XwC0/iiPIHpTZ1FeYzrt8nttr+d3GGfO8jr7/p6OWKfI+RFX3+R7H7g7vY3bd6w7xvkLfd+izz1Q0+V7XffXu5wtzvIRptuJB/82w/K6/Z8nTz+3Y+Xx73tcfKF//MFedM93iR/feRfy2HfOUxes8dr7G/yPPzQh8v0cRt9AgN/AsNPcSB5Cm2z6BCamQWX+EaCGlyzyBxQeCRvoTHf0mfyanyDwj5gPm03Py8R2vpKHT8oy1lgDmZV551Z6GxiET8gHwGfoxHtC2ptnL/+OeLcENyZgSDZT8JjbbnPEcHE/K3ul+9aHHXUXpwberbGE5I25sBFf7Zo4LpGZkHT5GpozEHStYiFn3GkJeeEzjHODTR5JG8BP0iWmYNETAufIUK62lL1eLZMjZMH7sGZAXOP1d8uQYyfIzwBvYQZKEsL1GCF35gDao/kLTTmW/pWV2Yf6PTx8xKhs1ns96eGJ3MQZ+OzDTqzEKR8ih/kV7Pq6N/nW86YNQ9i7/k5N9RmmItnpA4ts9TniDBTs/fsfLZzLYs95/bTcH7w2iKzYEW4oUGUNK/PU4MuzS/mYK6s1WzabHoC0xPIP4HpTZ38c7nNqfd96n3lTb98k7zx9DfKDnvuYK/vgc99oLzhtDcYm2+7uWnclmywRF7wlRfIm89+s9z5AXeWDTbaQF517Kvkbee9TTbfZnPZcNMN5a3nvlXedMabZOkGSxmZuC0+Ab5Bg57XxjdVkLT5HBF8kRy81sgsaFpd1FAJJMxF0FpgFlqW8zLe+ZVOlX2gu6nsYA9oaS67qp+SJW3MQRSpHdU753W9cYXZxlqL4Hu0LOdl9smvJCregOiRPAuewGIZmQGTuCnUoOn8KvuFCPOVRsYsNBbaBPygbb1DXxP74AnJtpwPED16XtY+QwSWIw2NOaDJI3kLjfmWvkQe4Ov9+Edcz0Z8I9qUm0XTJSECeYXPV0JIWNOSmYhK3Rdz0N3VWGWPhtglsAd09egavqCpPQOi+JxHE/VGDZr6xSzU66jZGnMRE/M3ZiG/mlHdN7PUJ7EPdPbhTwMRyDO4DxGSFuYgEbVAA1KFi1kg74Q56Gxae4ucGdjRI3kWzh3RJmZA0+qihkoQkeTrEw9p/2AW2jtqK/hBTV70kj2gx5izQ9LGHCB69DzWqjELmlYXNVQCCXPgObGOr9f1qZ6ewPQE1tgTmN7UWWOPdjKensCt9An4T2CI0PMy+CkO0ObRfnrLLLDgUIPXGpkBTe2nlkRAc6gTz5qHrYdbMhf0NZEO2ovzRloOghdLRCC3103i8+SOa0TVfIYIKnVfzEF31+qvDtyDM0ds47ZZdKCpjHGW3Jb0Ru5oqT8e14oZx8T8TTvt69JjviuoAzxDd5KyRyLkCvf3mOsJGp6A5NG+ppg3UdVMriqr1WuncI28AR7AgkfyFjq9WmbGyPhHOmc5b0Sbc7NoupQ8k+pZ+jwNdVhTjfmISu0XM0571+KsDNwnnp3cNm+bzejMAHMxkjusDXqm1qi/lDUyq2H4xdka3f3CoH3wjrTYuhcRrI05EiKQO9SOaj5DBJW6rzDb3bh2VjlzxHbljJbUbugRXW7M1jTWVdIvEM1qs6ZnbtpZ/domz7Skkvum6uJV7u+xx5kzA20eq19LiICXR8+pFWZAU3sORHCN3GAOKDySR9r02DPl0xOYnsCiPoHpTZ1FfZzrl9leF+0gd/3NTuO5QGd62EfXx7Gj7HNBN3fT9UXl/B3lbgtih9ocdQ+/1vVOlsndfj1jX429nLdMrIfYwmbXbShr5MN/wkKEnk34KQ7Q5tF+OpabRQOaS5gBSo+eUwN14lnzsPVwYwaC1J8u8JsQ9oHODThvpLNZBD8QPpjz6Dl1B8xCR8tsCT+YVYPujW/whkyN3IOzg1m3zaKDNc1uzERQqT16LsxFaGjBZ4jQ0rYo8iD/eG7ynp3xBNo8Vq8fEdyHCGglzAClR/IGzEFjIS90euVHZv8DrW2tRWcfaFmeyZwbqDySt1CoXnnSH9G1tstniNDWZzqeJB7JBzL61+jAPThzxI7DLNR//0QDa5rdfJaK3CO5g5Z8fdY8bD3ckrmgr4mUvXp9OW+kZwBPsDbmSIhA7tTrUmcWyrI9MA/tHetkhbODbd52PnSwptmNGWemiFCLfhBBUxHmItL+4TNEaO9cSyvx3OQ923JmoM1j9foRwX2IgFbCDFB6rOfUDU8Tp9v0BKYnsK6fwJJ1fYBp/zX3BHZdsb3setl2neym6xWXbiu7wWUae9hV12E3jZGGduk26gnqiXcHu+qaY+fQelBcrv45qr11vSXfXfUm24ppy7eW3Y1tNPYQfPbQvELn9zC2kT30jLC7xi7osXntsxj9yM1va9l8AW/qjPpmn2/SQbo/8ISkK87V81jrELOgaXVRQyWQMAeeE1tgFlqWF1VmH+g0jef2vGMAP0hamINEzBfMQn41qPhBkNZIuoA9Gueve1BDODAzgFSPaBU+R4RqoZm4T3NlmDKmi71g0Aznhp5m/CBpYw5c9JwIrmtkFjStLmqoBBLmgHwAjfkBMwtpYR/onOXcQJNH8hbwg2SZOUjEtPAZIqSrLVWPZ8vUOHngHpwZMPdofxMAoQ6eEHRmwCVyxzWLzAGFR/IM2flMXyX1+FV9mWTQXu5PhIxPlLKezEHSSGcUZjkqzKr5vaHhB/OW3qzh0Tcx0t/tevfBF3xAIzOOlnZRWxJvPkeEuFbLs/O1nsUqR+3FuaFnczwhaWMOED16HmvVmAVNq4saKoGEOSCfmJ7A9ATWmyewZL05yXSQRX8Cm2y1pWyyzTZZNlUdkvVtt5VNDJ2pInmJziT9Wm9cg/VEU5+NjW1kHsm72WjbbaQX3XsjUP+NGmyj+22TeGysnnU699huW9moxsZa95HMbL+dbATbaWxhY9UjG2ndyfbbq+f2Umw4/m/qFGO+yoph3XRBYu2zRPBvAMghNDMLLvENBDW4ZpG5iImLdON8eC/AjnNC56h7EyHfLO5DhKSNOUjEsih1nyFCudoemIP2juwKn6PsQk7k2eb0jMaZgSWP5Eb9nNTAYhmZgXg+aqCtouwXIlQLzYRZaK60KPhBy3KXzD7Q1VOtDdwDP6jmSJgFz4l8ntBAa58hgkrVRQ2VQMIceE7sIX6eelpH/y0dzhfp9OfcEW1mVkNyuUaEdFEVPBIxLbRDIulqpsIPMkvrQvKzszc5Ufx8Hk3UGzVo6hczQO2fe2pAq2AuUi3kk8Z8vm2u4j2vBmfsA50D7k2Elmb3IULSxhwkohZoQKpwMQvkkYbGHMSmxcz5/WOEH+cDRjySZ+HcEW1iBjStLmqoBBLmPHpOnYFZyCzlJfwgv9qpjt6n0222iCfMqvLO+YCS6J8nckAvYRbK0v4JFjW4ZpE5oPBIPjE9gekJrNMnML2ps04f/5rdfLMdlsnt7nj7LFuo3s4dZLZGDOys+YK5o2xhs8RF4k/Up5WdZfM/2Vm2CFCvLpup34K4086yWQubqj6enWXJhhuM/gLiG2mnddj/0PfY2jhbiH7kpjIbQazXaAozoKl9E+ERzUGznwi3eNh65sZ8Rk4lPFE8ko+APaBzBO9IS7P7EMHamCMhAnmdUvcZIsQ2aoha9UwTcVjR8MqNlefKLeU0PCPWg0fERL25pqm9Do0+q2l1uebRFnzWo4n5m895zHep6l4eVRp7+R7E1ln3J7Y2zRfwAhSP9rx83qM1aEdZa4ZivybrOTVYg9+YA2qP5D00fHL9I/x8HN+I6e7j0US9UUeQlPqFHxoRyKtn6fMm5m/MROpdrJnmXh5NHHfDC3qn2KO3adaAX8RU5uuw4Bp5SWNW9aiRqzR7A8/niSa236q59pa5Jz0DPGmrwz5Q15Ma70iyOC/chwi2whwJEcgjaKCazxBBJbvIHRP8xhx4PTDiNbB1VBu+ERv283k0UW/UEaQSDdUV/chtIc6Rm5i/MRPJd6mKT0SlsdfofQZs4J60khOr358oOLNHcqAuYQYoY/Qc3WAOKDyST0xPYHoC6/QJTG/qrNPHv5Y2z2zzyEc/Rn+vn/1W/ZPjT5BDXnKYdZ119tnyl3/9WLnhhhutfvbzni//+5AXyfNf9GI5+oMflo9+4pOW73/gn8kLX/wSueqqq61vut06noD/xMVj9tT85GXEH9R4AV4e7ae3+CDWqenMwC2hjzpiS8wBhUfyHqJvtnWEV27ez5lbqzT2cCqxPUk8maOVCOQ9JPPayzOoaypL5+dJuj/ww7e1a8TXUN0DbzCd1wwURPclB/QO3IcI1spcxMTuG7PQ2uV+rQ39C/g7rd0j94l+5OY7woMZsLnyRg1lOQsjPGcD83vn19G8bUEZ5wQb5owkHsmBGjwndoAfWAtzERO7b8xCvavS3I8GcuJIKq+uOf+11NUT1vCM2BLnAyvKG75oUEoEZokRtIitMQcUHsk76P0awgc6PPqW/JydfewBnU3zxcTT54gwb2vN4rw/g6hVg/hBJSxiwud7gVxUnKQAABAASURBVHbJWf18Ht2XGnr2wIsWIpBXf8YxDyZ235iF1i58oLWhfwF/p7V75B7Rj9x88QArareazgz41xHd1EBewRxUwpRMT2B6AuvDE2i8qbM+HGo6w+I/gaM/9GF51esOlze8+S1y8803y53+ZGc59bRf2Bs7x3zkI9WG3/7uf8sznvZ3ctLJJ5u2ww7L5Oj3HCUfev/75MSfnizPeOrfWX6/+95Hjnnfe+R2t9vC+qbbreMJxD+ssyfmmyjILuZFPCFZ7fKorTELcZ4aoqZfrLOftiLWPJC6aHh5Mz7g9QIi3pCM4gkueu7R9ZaIHyTLzEIi5gtmgdUYPUc38AMrxt3ciwjJ9AI9o0fDk0X3JTroHQzy6Zj3JXzAa4+VxnlcXGDEC5Lxui81JE3tBX6QdDAPiZgvmHW8o16bjh9YMf6GZ2MKP2gsDBfwhWQCT4eFeo7WAX6QtESPZKFZMAu+4rlH1y3ia8m4W/SKeeWyAF98AA+P9vsyQh38IejVTE1r6MwBfR7Je8AHsm34QHZxmIg3JN14govk4HVPxA+SNuYhEfMFs4531GvT8QMrxt3cj5hM4geJOL7o9MXf6bFu+NDPrEfPqTuo+3jtsfVrvsOzvoQX1PWq5qxQCf0JfpB04gGJWBY1nVkoVy1QgxV+Yw68nuJt4glML+LW/wSmN3Vu/Z/Djlcw+6145crfyg9//GPZZuut5Wf/8z9yxe9/LxtvvLH802c+I9dcs0r+5jGPMY+rr75aTv7pz+Qxj360fPkrXzHtd5dfLu846j3yD+98l9ztrvvIhgv477iY0XRb90+AP4RLbtGYY0GHVC++yUn81MhqjQu62jzVjK9q0HTUZedR3ySqA16Olu2XzjYW0UqyvuWazZFbMuBGr1L3ZJKzEodgvepjvUSl7kmPQx85sRP1sXViSd2X9UFeNELp419LHitfehZC6Vv5aM25rF6AXzWLj1KdU73ckx4tx12lV+WndeVX5qyNM9VunWXOvDS3iFyiYfylPl2eC339djb1rqKeDC9Hy2GXelgjsaTy1Nr9iLwO6x1y01lrIyp1T9bMk2QA9OLBGWIkN9SDHg3JldPSBu3Q87X6spYMDCiYKeFs7q07aXqL/TO9AS7NluCJr6Fd5qtxIZd5qG8S1cg9iVqOu9RPX6j9YCHr6+vjXM0P36znQryYKc/S5jnq9ePV42nL3IaCZwlnzL3+oVZJX/DE19AGj5oOvnhGRvCszqku7kmPluOu0rPy09r8QhxnWHbrfMNTlzgjaDr+ynvar/cFe44/xTQxPYHpCQx4AtObOgMe0q23ZfaXJouikHvvv7+88mUvlX//ly/LtttsYy/pEQ97qPzb1/5dHvbQh1j9gx/9WPbc887yuS98UX5z4YWyfPml1vvyQ19isy8/7CVSFDNPG5hut64nwOcOOLVHcoXPKmg6/Cr/sK8GFsPTzfACrzXWzzf6Gwr8QL3qF95Q15M6N4sGodF9iBCWhqcZT/fyONjMvYgQBvGK8EypQ0s+dR8ihC7mAckjeSu5r6MOz1aftgW8gHWP5CW85jIdHvCJhEleMwRpWOp+odt9iBCWhqU825ZO/KBluVvuOKsPjn6uLZ6c0XHv1uivFy+aiEBe4l4eS3lYcC+PYQo/So/kg8ArEobwgiBZmtNswW/uR01OLGEWynJY8Ofq3YvhGb1qfr5E5OsIyAeDH2QGeO2QWeqW8IPQ5T5ECEsLTvGJjDLy8xEhDNc9Bz9T9yFCxhMJf2KToPB1BEh4OdQl+EBZjgvRj3zcdL4bn0jo4pwQpGGp+4Vu9yFCWOpPeabgnfh7rhE/0HT8hReEyejF1xGE5SmdnsD0BNbRE5je1FlHD37tbDv7rXa77baV666/Xp73wkPk8De+SW688Ubb/pEPf7h86tOfkQ022EBuuukmezPnFYcdKs97zrPl8Fe/Wr74r/9ifdNt/XwCs8+u/qBPj0cOmg674jcAOsEsaDrsqs3bUE3DD2xt7K3mxXjOCw1Y7wVPaGnM+VSazxEdfGJOrVQzmi/oavFck754A+clAnkvq3tW5uuboEHQOQ8EaWFpzddNRnvjE3EjjXiBptVFDZVAwjzRqdeq+wwRVBp+Zfzqw6M93QBv8FpjzgsNdLn/wg9CJ7OA5JG8AXPAArEOegk+UJYLC/jXJvGEmjy8xBPCBH6ARIygDaLDs3eeWag31jQ/V71tUB29OgbYo2M5XcITUrWqcl4NjXnwKXLwWmOcibkuDbtqfgzhA54TR4MvhEE8HZfrtevZiB+ExcHzzEGY5W+UVAR9sGeYyab1/bQJbw3jLvchQpjGD1wid1zLxpoPPcx59Jy6l4yXPdfa4CjPOIs/BC3nhQahbb1L+dtQv//97+1/76x3h5sOND2BRXgC05s6i/AQ11+L+fvpr3vVK+Ujx3xAjjzi9fYmzjHve6/F7/7nf8jttthCPvj+98pnPvUJWbp0qb2cu++3r/yfgw+Wt7/5SOszMdyOfu97QjWl6/oJ8JmGQefgpy6gzT5DBJUW5cLLWZBheT4hQovJqD3wiahnnCdXKbkqjTlWiEDONzrkQF1GZgBpNHh2DK3WN02cD4J/7pxoENraU/wgdDALQWpPmXXauwQ/6GjpX2Kf/q5hHXhFdIrzRVSyi8+Z6yb4jXnPiV4TQTWf86jSsKvn6wg/jDySj4LzQc8Q/tDTNlvGD6jKyCyYxC2QpPRH4iJ6qPGDII1Le54tn+9xhmU354SyJHBOwJMYNfJe8ANtXPC8zkrpQRrBMxLXBufu7bFlkH1alpoyXhHtYB40FY/kTkPzef98e80AuUZmQNOsJ3oWPCG7OBfde64MzDgfhPacFxqEtvYUPwgdzEKQ8ilzkdiFHmr8IEiLmvJraZShn48IOsz5IipVl+uVkEtKHyGC9vicR5UW5cIPI4/ko+B8wJBH8hr4Q01e6+Xpp58ucL3+IPtb3/ovIXKIq666Sl7+spfJm498k7zoRYfI8uXLkbNceeWVwqzHlStXyiH6v4fOPPMM07NDpegzHku5N3z+85+T0047rbdvapieQNcTmN7U6Xo6t/q10X983epf8R/bC/DPMBGS1883jeAieUR1nyGCSt2Xz3d3Vf/eepBnzsv38ZjrUQ3/iErtl3t51M44S66SXeTOTNDK54gm6o0cNPWfjmnnwl6/++DVAf4dy80l9yVC6Mh5oQFtHv21oRnuQwQTZzdmgMojeQPmIo2GuYAPzJUR2S23iJ2fvTrG8IeOlvkSXhFdYTaikn0deGSN3M5CUps3vaYxE2GsFzx6mkZ71v3YA+p6rY77kNeW0xI/QC0jMxGWHNetpj9iYnlDL1OCz3lEG0zNq20O77a1ho5nJDTgA0gxxpy16mvHCr1FP3IkhYtZIO+EOaDJI3kAn0hYGp7i7XRMjdrH/Tyqb5wnV8kucmcmaOVzRESi47VG7bRf4x5VWrRrQZ6ckRMQgbwEvzKtAhogeCRPcB8ihEVmAMkjeQPmIrEBPdT4QJCGp3hBz8Qof/wi6s18Dl2qvh7I7dclic+Tg9ceVav7qdR9hdmuxujb1de6Fvchb2mM+5C3tC1IPvOMM/TNmCPlmGOOll/96lz5yEc+bPWvzztPLrroQvnkJz9p9cknnSTf+fa35eMf+5icffbZ8omPf1x+9KMf2Z6nnnqK7Ks/rH7HO98lr33t6/T9tEKOO/ZYeeMbjhDm3Oetb3mL/PCHP5Rjjj5azjzzTJu94IILZOVvV1rOjX/t8KUvftH25GzxPOecc04ye4s+s6997d+tl/P+5Ljj5AMfeL+8+93vkhUrVmCXhTeh3v++98mHP/wh+e1vfyvf+MbX5brrrpMf//hHct55v8rOTOL0BKY3dW7DXwNX/Po38ruzzplz5tnyu5FcXvYTB3PGWXJ5B1fo2njOlCvOWCC/LOeIWc6Q36veBL2F01UfyJXaN5xfyryXvOQXGkuu0gg362/w/uXLT0jAa4v8VAX0D5WkpkAnljALZdkemIP2jmoFP6iEMQl7wMAZ9oHOdvwg08QsiMwXqcEU5iImljf0MiX4DBHQFptbxhj6+YjQM8uZgTaP+h0Q5Rz3IcJ8RZgBJI/kDZiDxkJTwAeaKwOUgXsMcJq34BmZr1SvP36OODtYG3MkRCDn1yg5UJf4DBFKuTvUPLqaB3vWTdgD6nqtxj9SW05L/CCocZbcl3i21GAac0DhkTwDM5FMS17ic5RfWT2V80aCG+cMpaVoQOFRfB4RYk2OVsIMlGV7YA7aO6oV/KASxiTsAQNnBu2DH2Q8mYe4RA2mMRcxsbyhlynBZ4iAtk7x8xGh5zCcGWjzSJ7gPkQIi8wAkkfyBsxBY6Ep4APNlcVV+D1kkCPnjoSh3DnRwNqYIyGC/x5CDqyV+AwRSrk9MA/tHdUKflAJYxL2gJ4Z/CM97aOWv/kf35Tn/P3fy5Jiiaxada084xnPlMc+7nHy+S98Xi6//Aq5Xr8XfuHBB8u3v/Nt2WvvveWgxzxGdt99d7nvgQfK/e53P9vruuuulxtuuMHyO97xjrLRRhvJ//2//1f+9m//P/n6178ul1yy3Hxe+apXyQEH3Fse8pCHyq677iKn/+J0+ZM/2VkOvO+Bsu2221p9wgnHC//HMocedpjcaZddkvPQG2fP0DekLrnkEnn2c54jX/7yl+Wss86Se9/7APmzP7u/fPvb35K2j//8z/80b/5Pbf7nf/5HeJPnF6edJieecKKeY7u2sUn/I38CS/7IX/9t+uXf/Ic/yE1w/fVyE5CPwOc9mlfXPHtAV4+u3ViCHzmxFfwMfS3Xp9xc1kS4SWtihf4mfjPofBXJG+A7e0Y3J2t/kMqr7q2v4WZI+q/X/ib27LUvxnSfOMOeWusfUrY35wed9xn3ueXm+bclZJB8QfMNBCB6JIdazSyw1Alz0Nk0W8QPZtXI+8A9omvvXnhCHAq5z8foeetP3JiveVYzrA2l5jF0bFQfe0DPEOeHpI05SEQt0EBTv5gFr1sjc9DaMF/AD+bKiGzgHu7IPuB1NuIZCU3MQpDSn976gs/H2vMyug8RSrk91D3bO21lkKd11m4D98EfmPZIniXjyQzQ75G8QZwlbzTMBXxgrqyZbPQenBvCcXIeaBDa5n8TrTZvPTWNWbC1rhtz0NVTruEHZTkusAcMnGIf6GzHD1qamHdoiTm1wTxYUd5qNXPliv0a97w1Mg+tDYu0wB7QY8f5IWlrm0OH0MwsBMnShsYc2Gr3jVno7sqsDvSPk4P2cV8iBIPcPBqEtvmvT0Q8gDzgM0QIS/kUD8ivJip+kIhDC/aAnn78gTaP5IsBb+ZssMFS2WrrreTiiy+S17/+cDnllJ/PnqtugL7JJpvY/6svfzNGpca1ySYb63vfvO0kctFFF+mbOBfLNddcIxdq/rCHPUyWLFli/vwnKIpi1tcwKYUbb7hRdthxB9l8883+eTe2AAAQAElEQVRl+fJLGucp2yzw3yvdcsstrffmW24WUesttthCoCi0kPzHtdeukuX6ZtBOO91e31zaVe51r3vLl778Jdl2u21lq622yg9N6h/9E5je1FlLXwLrYpvTdrlEjF2Xy2lGWbveEX/RsWaeuXXbw/fqj6eW/cQml8ipuyq7LZdTQXtP3e1SiX2noClEYI1Yof2nDMS8B/YmnrtfJqcsgJ/rTCd7XCY/3/1S+TkRQr/vd+Xm1/Png31p8UcDWOE3/sAArz2igdY+QwSVui/moLurWh3kWXWHhD0GfCOBPzDpkTwLnhFtYgY0tWfJNyPUEdaEORIikNcpdZ+tL3fW5WxnT22Rs9ak7pI9oLtLsudnDuqfEzQIntn5sF6lzEWqhWYy2LM5OlhhD5qJQN5KPDe5NjLjaGkXNQkRyCuYg0ooEzTQkpmISt0Xc9Ddtfqr7AE9Tn522siJreAHNJSRGTCJW4lrZSlCf0TaP5iF9o51tOLnb9nez0yEpK1tNug+Q4RkPleEWXu+uZ6gDfIM/VXKPlXRnuAfae/UFTwjSCUaBB+P5A5ahc9XQkhY0zLOkavUfTEH3V3J6ujf55lmDyDvgDND0tI2hw6hmVkIkqUNjbmIdeVvzEJ+dXHVQftwbrYlgubMgabV5TURqgUS5oAcPCeCasxEVOq+mIPurtVfHbiHn50NyYmLBX+z5rWvea39zZpCf/WuuOwy4Z8xrbr22sYWW2+9tXzzG98Q/ls6l//ucvl//++/7b+Dc9e77iPnnXeeHHzwC+Uf3v422XHHnWSnnXayf9Z0/PHHJ//t0E022dT+mRd/y6axgQp3v8c97J95vfAFz5cTdDaepz7L3xjiv5Xz0pceJrvvtrtsuOGG6tC8OO+HPvhBOfzw19nf6DnggPvI8cf/RL7+9a/Za9lll13kphtvkv33v5f9N4N+9rOf2eviv/3Df0Oo6Tgp68sTWJvnmN7UWZtPey3v9bvbXS2/2f53xq+2uFR+s93l8ptll8uvbneZxXM3V01rtPO2XGGa5+dv9zv59ba/lXO0x/n1Nr+VC7R/7XCF7hXYgfxyuYC4BjhfPdcvfi/n7xDYUfOSX2sEvtkDvqyIQF7B/wAHF8gjqvsMEVTqvny+u6taHeRZdYeEfULZluIfaeszHc+IinGWvMhoKon9TZ3arOnxxrrW+ERU6r/K2f7GBXS4NxF6LPzstJETq9dvhd7chwgq+cUMUHskb8BcpNEwF/CBubL4mfsToXOHeG5ybWbG0dIuahIikNuzJGEOyB1qRzVmIip1X2G2u3E1VwfuE89Obrsya0nthg7IZWQmYkt6q2v2TJlxtKftirPkbX2Jjm8iLGKBd6TF2s9KBNo8Vq8fEaIfuWreSwSVui/mgC6P5C0M8szNDvBmDP8IWit4RrQxzpKrZH+7htxBq56lz5tYu7Gmks95VKn7Yg66uxa+6t5E6HGK5ya3dubACr15TgSV/GIGqD3Wc+pBz9Qa9Y9ajdFLyzV2DdqH1xzR0zAHmlaX10SwBeZIiEAO5BHVmImolL+YY4UI5GuSgXvEs5Mv5pHutu++wj912nWXXeWu++wjn/jkp+R97/+AHHnkm2VfXXvyk58im222mRx66GH2z63e9e53yzbbbCNvOvJIOeigx8ijHvXnVr/lLW+Vo48+xma32247efkrXmE18e53v7vgw7lvd7vbWc8DH/ggecmhh8qyZTskkTeO3vPe98kxH/yQPPFJT07OU5/lXOz7sY99XB7/hCfYHpwZfD/2fOYznyUfOPpoe02Pf/zj5a53vav5ct599DXzz7De+a532eul/tM//VN7Xbw2ajwmpiewZHoEt+UnwP9Enb2+D/zVB+T0b59uxYf+14fkxj/cKK/d87Vy2TmX6Z+3t8innvkpW/vDtX+QDz/hw/L9D31flixdIhtttpF89bVflQ023kCWbDB9udhDWg9vhZ4JNMwvfsICrpADtUdyhVnQtPtiDrq7qtVBnlV3SNgDgtSVsg909Qh+kGliFliK0fNqlnmgsQWfIUJLWyr3eKbNs2q0N3vAbLz1ji/Q4DF5/bZQruAHaCWsAKVH8gbMQWOhKeADzZXFV9gHOp05dyQ0MwtBEmowjTkSIpADOZCX+AwRSrk9MA/tHYuzwh7Q48aZI9beNocO1jS7xVly1Bg9F+bAGiqVqgGrkUZDTnDv3NrqanhHevz87LSRE5PXj+B+nhNLmIGybA/Ro73LVvADK8be2GfEDPtA5wiekGliFliK0fPqWTIPNDq12meI4G2dsebR2auLg321187uccA+eIONcAPmgBw8JwJaCbNA6bGeU9u5arOmZ274QGapWxroH00G7YNvJBjk5tHA2pgjIQI5kAN5ic8QoZSbwecK7fK82dVQtLuhDRLYA3qa8Y/0tI9a3nvvvYW/qfL6I46QnXfeedTs1Dw9gT+mJzD9r/Tb9Gf7lurV7XKvXeRHH/+RXPO7aypttwN2k489+WNy8403V9pv/uc38ohDHyHLz1gu8b/ZUjVMyXrzBPgD1A/DZxq8tshPWICi/oey66wpzIKm3Rdz0N1VrQ7yrLpDMmIPn+rdC0/wgVqsz1ODtfkcEUzM36qZ/PKiqPFzP9iQc0PPAOeHpI05SEQt0EBTv5gFr1sjc9DaMF/AD+bKiKz+td8zOmgfzh0JnsxDkKq/ERA18XkXqT0vo/sQoZTbAx7Q3rE4K+wBPW6cGWjzSJ4FPwiLzACSR/IGzAELHskz4AOZpW5p5NfR6F+jnBu6T9H9tZQ7Y82T1w4920jj67NjAD/oaGlf4ny5c7dMDNoHT+jw4PPjXkRI2pmHKNbqOBPzOJLkvM6aR7K+WAV7gPu1RM4MyXLbHDqEZmYhSPmUOcivJip+kIjrsvBzEyGcJXdONAht6a+llq8BnyFCMp8rOAvk1mpa/FqvLfWX7AE9nZwZaPNIvhjw37nhb7xssMEGi2H3R+Hxve99Tz70oQ9V8P/K9Ufxwv/IX+T0ps5t+guA38rnL/AZH3+GfO31X5P4Zs2h3zlUPnfw56yJ/8DYsZ881vKlGy2VC0+50PLptv4+Af8MEyE5Kd88OHEhaD5DhNiWzcNsdr0U8XJKaVxgHyY8kmeIe5BnWuYSXhFdYQY0FY+eUwO1MEdCBHIgB881MgOajrvcZ9zU8G78IUzkzokGoU3s9ddmhQ80IC9hFsqyPTAXae8U/KCjpXuJfbo7bA9aBu2DX0QHmcuhS+bNGnmFzyO05MxEaO0k+nQ2Sv5MMvBj4D5+dlzJia1ET3JtZAY0tfMSwTVyg/6IieUNvUwJzAL5mmJB/pwTwqHwAaQYPUc3mAMrwg0NVPIZIqiUvSqROUDwSB7AJxKWhqfu7bFlctQ+eEXU0+c1rb6WXPPIWoXPuxBrctXjHLlK/Vc5298o1Tll7Ad7QM8cZ4akrW0OHUIzsxCkfMpcJN9lKn5gxdgbewycGbyHexJB/ZmNqFR9rlxHq2DOQST3WOY+55HlTpiDziZJziUL+WAP6JmN5ybvaZ+W18IT4P8xy1kL201brAdPYHpTZz34JKy5I6Tvl2+8xcay54P3TN6s2XSrTeXO97+zrDhvhVy5/ErZfLvNZe+H7C1//rI/lxM/f+KaO9rkvChPwD/DREhM6z9doY5os88QQaX+C4+eLrycntb8Mns4+Q5TR+3hfh7Vwec9qpRc6Cb4jEdEvtGJNbnqzERUGn7hObx7WGd5LiFCmOKcobQUDSg8kie4DxHCIjOA5JG8AXORRsNcwAfmyojM9+gZwX/wN6Pu6VG9mY+oVF2um8AMCRH8c04e0R6f86jSol2r5Tk7Z+9ZfA9if7N24UtjGVWp/mYKOUuRSqM/kjRVXaZSRUxcl7d4bvJwFj8nX5fkLBHBc2IDfCLaEGc8V7n98nk6yIk18InUloeVeDsdE75PR8t8yf086orPe1SpuhLNZzzSxa/RWJOr7nMeVRp24TegE98BbfOW8ly53+vnTfMMf0DxSJ7Q4ckM0O+RvAEekUbDXMAH5sqIjD0GtPPraUDbrAXPiKqcL4IftS5Vv1+R2+eBhHmiQx1RnfmISv0XHj1doz3rfuwBdb1W+z41eSqnJzA9gbX4BKY3ddbiw177W/FHzWzXXe69iyX3fvy95f7Pvr8sWbJE7vLwu5h236feV/b9i31l5Xkr5SEveIhpW+60pSy78zK56Q83yW733U2KYu5lDdNtvXgC/lkhQnKo+ueMGmjySK4wC5r2X7XZtgH8oG29U2cP6GyaLQ7eAz+YjSV3PCARtag05urouv7CEEPmHz5DhPnKwIx9Mq14OZnldsn9iBA63Y/oMjlQeyRPcB8ihEVmAMmjCFUN5qAmW1nT8QFbG3vDC5jzSF5jlD8+keCFD7hE7pjGHAkRyIEcyEuYIyUC+SBqPrkZ/CC31qvhD6Ex54XmhNZ8ih+EVZ/1GJYsRZ8lmvlsjORgTbObdkpkpg684+VkRtw3s9QuuZ/H0Bn9yFkigufEBtGLPDQwC0HKp8xBbrWm4we51l4NL+htFPu8yZAP/CDTyzkhLlGDaczVYcE18hKfIUIpDwv4tXTi5bS05GX3JELoyvlFjTy0z1P3IcJ8xT4fPucxLM9T5mCuzDI0mFV2xwesGHvDCzrmRnvjFwneeAFSjJ4Lc7ZYKVRiuq/J7MM7iDBTe+41j7Zu/KBtvVNnDwhNOS80CG2Lkq5YsUIe/vCHy5577pmFNXoWZbPJZHoCt/InML2pcyv/BA49/r3+172q1r95098I/9Hjh73oYabxH0T+qzf8lezxZ3vItnfa1jRuD3zuA4V/hnXAkw6QYsma+O2aXSZW9wn4Z4aflAz2qv3khVkYPF/ortAxgB90tOSXUGvnQ8qhp8jJeQ1PyK/aT9halmb/Jp7F+jw1sFay4NdczreF1fblnBA2wBOQ/FlSA1ov+EFoZBaCNDz1r6nF9Iy713xZ4nUD+WDwiYRBXjsEaViKX63TfYhQW+4ueZbQ0TXa0704K3it0b1GP0udtQs/sGJ2wxOoPJJn8Vmiv25yCAP4QJDGpzXP8QaZCTwhLHFOcIlnSw2u9cYez955f5axcXU9O7zikue8bvC6N3I+aGkc9fzcAz/wWmP0ibkuDbtyz1Yn3cujSuMuzglhCi/gOQJL1MRB4AehmXkI0rCU1w34QZjCD4K0aKm/7lGGfj4ihGHOCS65f9R8LYk1H9Z8hghog+A5Qk/zKM/oxVkhaAv2Ch5rMuU/JfH9731PjjvuODn88NfJm488Uk479VRZtWqVHHXUuy327f/5z39OTjvtNGu79tpr5Tvf+Y7cdNNNVk+36Qmsr09gelNnff3MTOca9ASmpvkT8G8o5kozo6coCv1BUZ7mRI/S4VUUsz10sx6T5nJR6KzKRaGxDV0fdbX5qI5PURSEPL7m0bu0LopCX2ITFWddul7lM6X1XpQrRVHoHid/xgAAEABJREFUSBMVy47+UJQtRKPFsyhYnTWTOTOl/W59OlsUhR6rSftkbUXn1UCgENFQtKILMvaj0AFD9ymKQi1SVNCOcVdRpB5F0azHOWo3HhaaXkUx03R59FUUs9miSCOvu8BNdcIYiqLQ8Tz4FIWukQykoI+ZFmyZWxc6q4cSQ0TwLIpCiiKPLkj1oT1V3pEU5VpRFDreRMWyoz8UZQvRaPEsClbLZg1UoGnnRU9RFHqkPJ3D9UX1USO98l5FMdO1oT7ZWxeFzmpXUWhsQZfHXS0+RVGYT1HMohVDbzpTFIW+xCYqSoGPrhOGYP3aWBSFFEUTFaXQ9b4r9pAbGb+iKKQoisqODCqhI6GvKAqbL4pm7BhNl3RWTUwr9F4UhZZ5dEE7wqW9ocqmhaqG9hZFoRYpKmjH8KvQ1qIopPBInkGXk4v+RKgXeKhWFIUURR5dHne1+BRFIbqJ6N2ijPwoikKKogX1Kgpd07g+XfxHga+55hrhzZiHPvRhcvAhh8jXvva1QW/m5F7Hpptuas/gVH1jKLc+adMTWF+ewB/TmzrryzNfa+e45692lvv/cvdOHlCuEx9w+u6yeuym8zV+oXUPD9T11WNXeeBpC+NBOveg03aRWdw1jaeqvgAerDPjuZM8+FTYRaNyiuY9bHb9hjL2g5+wRBrz+gd0Q+sR3I82cqL9W3J+uuOYOPyGT8Qm3cujicNvRa41epHneno0P2fShhf48yRPGvIFXqwQgdyeJQkeQD4A5nnNxEgyih8k4rCi1ZPxRfDEHyt7/fg5Jg6/4ROxSffyaOKwG8/UO93XavfyaOK4m/t5tGn8LNGbfz1pOvSKXuQ2hydQeCQfCD6QtOMDiB7JB9Dw8hl8wOsREc+IjboXERB5pp5Td4Afy0QgX+jXJ/P+tUTurI6nzZY39/NYyqsV3MujmfHsIiYOv7mXR5uMfuQmDrvxTMG78bUcH6DwSD4CvCAZcS++jpKF7sJ9iGDd7kUEE7tv1ay2kUdUml/4wVwZnLlnYwA/aCz0C+7p0Sbciwgmlrd6XcoxuJdHW2MuYuL422J7up/HxolGfj0xH73I0arfnyh4DsQR4APJCD6A6JF8PeHcc8+Vve8y+89LXPn738sFF1wgy3ZYJhtvvLGd8IorrpCjj/6AfPSjH5H3vuc9ctlll8ohBx8sX/zCF+RlL32pXHTRRdZ3ww03yDvf8Q455ZSfy93udjf5Rfk3d2xxut2ansAfzVmnN3Vuw5/qLa/dVLZclWcr1YF1j9ZvM5voXDdbrdpEIltavalqNdRvK7D1dMbnmW3De7Lxmo1lKyPvm50pz7G1Rpj1cOaMB+cG7Z31ZXp0zX2IkO21c/p5c3ET2foa2FijUvri10C90Da8cfwv30JmH0SYVbX7yG8m8AFcPOqPNcSQzEfNnxmIndQRW2MOKDySDwCvbBs+kF0cJuINSTee4CK541pHxA+shTkSIpD3wCzQFqPn6AZ+YMW4m3t5TKbxhEQcXuAJNoEPUMRIDugl1UxZE1wjApp9bTLrmNh9YxZiFzWYNsLL+jM3vCLWgq8l5Y0ayrIvuB995MTq9VtRu9W8mXG8s16bzhxYMe6W9cMCPyBfIIm3exEdfOs5WgcNT58n9syxnMyr4DVRS0k+Pz2e0vLhXkRotC3AF5+IeeIDVoQbGkQp5J5GP3LTmQMKj+Q9VPOhr9LwgbA2NsULkrm6J7WTNOYL/MBWmSMhAnkPzEZo95q8Aj+ohOFJ1o9x/IB8gSTe7kXM0bMHXrQQgbz6teR+JnbfmIXYRQ2mjfCy/swNr0imRezsMvzD/ZggJ5oH57Ui3NAgSppXc5pzUQN5BXNQCetXcs45Z8uWW97ODsXf2jnjl7+0N3b4mzuIW221lRz06INku+22k4svuViuu+462W233eQJT3yiPPqgg+TMM8+Um2++Rb78pS/Jwx/xCLn73e+hflvKkqXjv+dmv4npCaytJzB9ha6tJ70O9jnpzr+WE/bKc7zqrex9vhzfw090PUL/T/Y6X1rZ+wL5SY3jy5rYRn0mqe/yG/lJJ7rnXfIcp/pg7vobOa6DY8s1Yiv7XCjH1jhO60iyfteyn1hnn4vkWNWu2OL60V9VjZ+4tDmM+AMbT0isun56U1tjFuI3DtTQ8PRZj0lDs8ATmitBGegVJpKUc0Ii1gvfw2N9vVbjB4nMLCRivmAWfJVnQA2uWcQPrBh3wwvfzqkRX0d1H/zrmv3U0T05N4Sm3ExOMx/mmAfy1WURfDgrrO5R4jx+EDV7/W3nrenMAvP++aYGtArmoBKGJe45rHt8F+eEzknODTR5JG8BP0iWmYNETAufIUK6Kvn/rlePZ93D65y/r1XRfy1VQneCJ9Dl0b6WECL4cm4IejVT0xo6c0CfR/IOBn0dDfRq24ZzQtu66b6HRxPbb/hB0sEsJGK+YBZ8ledADa5ZxA+sWOQbn+/VsMyeNfpxbohaJm/40ONzREBbXdxnNXw4K/RajHi2+EHiyVkhiniiQdCZBb6GXKYGry0yB1asf7dNN9m0OtT+97qXPPFJT5K999rb3thh4ZRTTpHvfve7wj/N2mmnnZBk6dKl+v5XfOUi1153raxYcZmt89/pufmmmy2fbtMTWF+fwPSmzvr6mVmEc/1ui1Xy29tds/bYUvcawcqyl7hmWCUrt1x/WaFna2WrVWJrxBZu2GD8f7SNP7Jg0JcXf/APaMQPklafJQKLRIe6hFmgjNFzdMNnPZq4CDf8sPFIPgLOCZ0j7k2Elmb3IULSxhwkYlmUus8QoVy1QA1W+I058HpEbHiNmG1rxRNY90hucE6wQm/koKl+N8ZdmHFM0Fu9Vkkkznku+Y/sfK7VfYiQ6+nRBu+FD3sAeQdZT+aAuRjJQXXmNAgRyIHcoa5gDhA8kneAT8fyfGmg33xAqnOzB0jXB/4R7c3NuEYEbZtfPj9XGhkzkXoDa4k2wDPpDwVeEKR8yh75lYaKH7DgUXye6FiDdlCTl6giTik1atOZi5jYfsOzfTWs4EnpkXwE7AOdI+5NhLK5HtyHCMk6c5CIWqABqcLFLJA71OC1RebAiuG3hk/b6EhvfAE7j+RG3Ys6ok3MgKbVRQ2VQMKcR8+pMzALmaVUch8ipKuDKvaBYc3DOumCxJPzAaJHz2OtGrOgqf269OgatcEcUHgkX0+4053uJBdeOPsnVJ/9zD/LSw87TC655BLZa6+97IT8M6wzzzpTPqNr559/vmn125IlhTzn2c+xuW99679k+fLlslH5z7fqvVM9PYH15QlMb+qsL5+JNXyOo//mb+WiU5fJt991gPzHW+5nu1169rbyur2eK6su38Tqr77mQXLOj3eWU/9jD/nYU/5KzvreneQ/3no/WXne1sYN125gfdze/5j/JeefvJO879GPl2t/P/t3qjdev1TecsAzrPedD34KbRPr2RNo/MQldz7/CYzHXE/Q8AQkj/bTW+Yd/4Pfa5pLmAFKYqEJMaKS/hhbFZ8nmrhIN863QE89Vf4n7PFoeEfiWsjxoiQCuT1LEp8nr8Oaaj5DBJW6L+agu6uxyueoIbYJPNu2tZrOmSO2zPnAinBDA6QyNmZ1LWrkKo36WmImYvNtN87htPV06OzTsTxbcn+PM7X1jifQ4NG+ppg3sVLnz0V1V4mgUvJ17hq6gR9QeCRfLEZ8HbEl54ug2eu2pHbjvBFdZlZDcrlGBFuMc+Qm5m/MRPJdMv884AetjWt3IZ6d3HbnfI4J5S2jMQNlhwXqyExUxeeJJrbftLt9MbcywDM7pmLvXnhHdCZ3uQ8RrIc5EiKQR9BANZ8hgkrJ1dCYg6Sruxj1+3y3VWOV80Wsoe186BFt9llNq8s1j7YQ58hNzN98zmO+q1TxckppTGCP3n73J/Y2628b2uO+Hu33PJ/3qH2JTq0wA5ra7/V8/qkBrQIfQPBIvp7A384544xfykMf+lD5+Cc+Ke9697vl5a94hf0TqkMPPUz2339/+cd/fIe86EUvlve8571ypzvtIi859FA7/cMe9jCBJz/5KbLvfvvJM57xTHnkIx8lPznuOLnPfe5jPdNtegLr6xNYsr4ebDrX4j6By87ZRm63bJU88qUnykMP+amZf/rZfykv/ua/yNfe8ACrf3X8HWTphjfJfo8+V/7ug98ybYvtrpXtd7vC2HDTG03jdvHp28su91ouL/6PL8umW83+GdBZ37+T7P+4s6z3Zd//HG0T69kT4A/p3iP5/3giQs8AnkCbR2EOTKxUSXSZfbAKVDGSO6wls+5tC81bMtdczis9nvkhkUF74R2R7o/EkznaiUDeQzLf1YsfdPUsxtrIPZLzMwv1c6BB0H3OI0vkHj0X5iI0tOAzRGhpm8l4zrIF3Xv9cWWPiv4JOsBGuYHPkwO1R8+pFWZBU/FYz6mFObCi/xa9+rsX3sE+YA5t50MHmjySt4Af2DL9ERPzN58hQr5LVffT1J4rcQSd3jmfuF9uvdTwjZjcNpvRfZY5z+uRNXvNzFN4JM/g85mlvNTjlx+aqYP2wj8yG229J57M0UkEcqdel3oyX2oEdGIF81AJayBZgD/nBDtN2zw6WNPsxowzU0SoRT+IoKkIcxFp//AZIrR36gqeGhZ69fpjzB4RtA7wBFo8Vq/fRFXxq+fUiq4KaJpE19ANPMCKNXtbtmyZ/VOps88+W3Lwz6joiafgv5Xz2Mc+Tm6+eXH+uRQ+j33c42SXXXaJ20z59ATWuycwvamz3n1K1syB3njax2WDTW6Uw5a9SL555J/ZJpdftIUs2+MKOeXre1h92He/IDvffYW8/I4Hy0ee+DemceONeCB3+Ns5aG+657Oqv+lz882F/PK7u8j1V28oR9ztOd46xVvrE+ATDD3n56c4kLS1zaFDaGYWgmRpQ2MOWPVInoFZyCwtusQ+0Gns5yVCZ3P6E7eqlTmoBE1avrHiPKAd8yuX4Qe5tRat8Q1eS18ij9yD2d7z4wk0lzADlETOSqRO8DkiJItpkZ1PW9Kq5XOSNi1Cxbmhx4rzQ9LGHCDG86IBegmzUJbtgTlo70hWBnkmE1rEs2o55GIf6Ozl3ECTR/IW8INkmTlIxLTwGSKkqy1Vj2fL1DiZPaBnijMDbR7tJ/4I9c8NfsBaCTNQlhaowQq/MQfUHskzMAuZpUWXBu3j5yVCzynwhKSNOUjEfMEs5FeDih8EaX1Je8/PuSEcmBkIkv3tklhb7nNEMDF/q/vlu9aByrmhZ2vOD0kbc5CIWqCBpn4xC157bGjMgTesh3HTTTe1/07OYhxt6dKlsvnmmy+G1eQxPYE1+gSmN3XW6ONdP8yvvHRz+dhT/lo23fIP8q7L3i+nfHMP+c+3Hygv/Oq/SbHkFjnwab+Qn35lL3nzvZ4hSze4Wd5x4dHC38q5euXsPzZW6P8ygvhqNtvqOkG739NPk9/8fAdb4m/s3OVh58vGm98gW9/h6twpaxUAABAASURBVOqfZdnidLtVPQE7LJ9gsKL9pl8eAkmHz3n0RWrwWiOzoGlyNTTmIkl3WjALqbpmKvaBTnfOTQMRyDO4DxGSFuYgEbVAA1KFi1kg74Q56GxKFxvf4KXL+WrgHpwZMPFIngVPYLGMzIBJeuOs1KDl/Cr7hQjzlUbGLDQWuoQez67RwWvsAT0DnB2SNuYgEbVAA1KFi1kg74Q5oMkjeQuDPOuzI/6HBP6RulVSc96ILvqsptWFRkEE8gqfr4SQsKYlMxGVui/moLtr9VfZA3qc/Oy0kRPt15AltRt+EGRmIEhCDVET5iLJYlowC6naU+Hd05JbHrSPexMhZ6SaexFBpfnFHMyVWYYGWvkMEVTqvpiD7q61tsqZgQ09kmfh3BFtYgY0rS5qqAQS5jx6Tp2BWcgs5SX8IL+6eCp7QI8jZ4ekjTlIRC3QQFO/mAWvPTY05oAGj+SRNj32TPn0BKYnsKhPYHpTZ1Ef5/pptuWO18gD/v7n8uZ7P0PfuHmmvOrYz9gbO3fcd4Ud+BEvOUmO/+zd5JCvfUXecp+ny5H3eqb8xSuOl212vkq+/+F7ypH7P9P44UfvYf3cXnPCp00774Tby+4HXizHPPZvZY/7XSS8scP8ww75qeX0Tqw/T4D/kdt7Gv8fTkToGcATaPNoP71l1mER6rVqzICm1U/aqCOstXraYnrz2VTtqThbT0tuedBeeEdyRqrhpcGeg+f2uk1UBQ9yh9pRTTv0Lum8KS23MNvSsTgy+wxw4vwRG2EWrAg3NEAqY5wltyW9kTta6gPSihnHxPxNO6vnSZ7vCuoAz9CdpKP8B+6DJ7CRR/uaYt5EVTO5qqxWr53CtXpO3fA0sf0Wvdq7Fr6Cf8Sc/HVaEW7oEV3yWU2rC42CCOTV6/Z5E2s31lRiJqJS/qI/ku9qVdmjdTG34Hvl1oKGb8SWfJZoQnmjhrIk+GzMXfPI2qBnao36S1kjsxqGXZwJhnUnXewDiVgv8I7U18vafYhgMnMkRCB3qB3VfIYIKiVXQwuzSeM6KjhfxI7BGS2p3dAjutyYrWmsq6RfIJrVZk3P3LSz+v2OPNMylwZ6zgfSrNef9rgHOVoHeAItHqtfSyaq6j5EQC/RVXv9lOQePac2mAMKj+SRNj32TPn0BKYnsKhPYC2/qbOoZ5/MRjyBuzz8fDn8p58yNtvmOnnFDz8r/C0dLKhf8K//Jlvf8Spbp293fYNmN32zhtx54HN/TruxxfbXWu/zvvA12XCTG+WFX/2K6fz3eui/x9+cbfV0W7+eQOMnLrnjFWWXx1xP0OgGJI/VT1oRwf+AxxPQSpgBSiLfQBAjrCWeNQ9bX52bn28BHn7OzlHOG+lsFkk8mRP9IIKmfVcy39WMH3T1ZNb4HGXkRZOS83M+qH+O0CDs6nNElz0ngunMRUzM33yGCPmuxVEH+cdzk/dsjSfQ5lGYA8QIGgSNGUDyWM+pWz1tcRFu9c//QEvODNZee22mcUMHz4kd4AfWwlzExPzNZ4iQ71LV/TS150pcD+DMETtSPGv8HEXdGkV8VsKHax5tKc6Sm9h+Y7Z9dfFW2Ac6HTlvpLNZ0mfCnOgHETTtuzgP1PsaGn5Qb+yoR/8+Hz//Hb5xiXOCaW3nQwdrmt2YgVk1u3tNBFOZi5iYv/kMEfJdpYpnmS4k9Ppjyh4OdQ94Am0epT5PbQ3a4Tm1ooqAphb5/FMDWgVzUAlTMj2Bvicwra+NJzC9qbM2nvK0x/QE1pMnwB/SMOg4A79Bww8Sz7ZZdAjNzAJSjJ6jG8wBhUfy1WU1vTgndB7D9yBCZ7P+cFHXG57Mga71XcxCva+h4Qf1xgF1w6ttZjH9oxc5hH05k+MytedV9DkiVAvNJDvfbNNP2uDO3LRpOIAVfTfODT19+EHSxhxEkdoJOrPgErnjmsXMrOkdN3w6ludLeM+rURl7QOcQ/kCTR/IW8INkmTlIxLTwGSKkq/olVBeoezxpyZHzz/WN0fAEZjza3wRAcPy8RHBdIzOgaXVRQyWQMAeeEztozLf1umfbeo/OPtDZ5nsQobN59jlveDIHPbMsMwvkDjV4bRE/sGL4reHTNroAb7dq7FH3ogYf0MgMaFpd9doWfI4IJuZv2flca49PbqSusRfU9Ww9cD/8IPFgFlz0nAiua2QWNK0uaqgEEuaAfE0weU5PYHoCC3oC05s6C3pst46hh56ylzzif+4ij/jZ3qN5pM4sKj/dS8yPWONRWq8Of67zED3+/OQ9ZXX4C51vcmf5i5MXyEl7yF+cpLMlf6n1X2o+i3vIQuJ2V87+m0cy4oOfuEDvyIg/sPGDxNN/ikMEFvEkB+oSZiF+40ANZcssMBeZqZ336NnaiCeLHslHwDmhc8S9idDS7D5ESNqYg0RMC58hQroq9tM3iR/4QdQG5jn/xiif84bYLuAJdHgkNzgnuCc5sFjGxoyuoYGm86vsFyLMVxaeuQ8RFuDEOWEBo60j+EHSwPkA0SM5lLXPEIEl//VEDWgVzAGCR/Ie3LOnbfQy54t0GnDeSEszfiwRgbzC5yuhmTATqXewlmgDPJP+UDS8wlqS+q+nRMwXeAKrHu3XkAmqcF5yPMmBukQ7BOLnnBrKlllgLjJTO+/Rs7URTxY9ko+Ac0LniHt7bGl2HyIkbcxCIqaFzxAhrlJD1AQ/SMRFKvh8j7TifMCYR3Kjfk7qiDXNbvGOD0TNXjeCz5N30JjP9eKFTgTykbAP9I6NeLb4QeLJ+QDRI57kgF7CLPBrCZCpgbyCOUDwSL4GuOKKK+SjH/2ofOYzn8nCGj1rYOvJcnoCt7onML2pc6v7lA0/8IY3byAb3rRULJJn2KjUiBtpr2NzWvdF+us9aBU3LpGNQL2qSB6oz9fryivMmBe+yoYliaa9dZ9cbd46X0VyxXqJCUtlwxv72Uh7NrphiSSgqddGJTOfJVm/jax3qT63pdW6aTXPJTcXMvaDP6gj2Xn+wM8u5EX3Y5WcaD+9xccxUW/1GqlEQ3XhE7EFn/VoYv/NfbKd0Ys829QtZv3xAh8lj7hei3ghEYHcniWJz5O34DNEoI0YQasY4Fn11pJWT/oW6Bs9ybGy1+9+RESi47XGakZzv9AipvusRxO7b+5R70I3zb08mjjuhlckOz3S3/3wIidWz5QCP6JT1t5LdKoWTdA0zC/mAMUj+QAaXj6DD3g9IuIZsVH3IjoseO4RLQN+yEQgr55lzyy9zETQoKG5l0eaRhI9yRvjC/DGJ2Ke7uPRRL3Va6QSDdUV/chtwWc9mth/q+ZDa6XdcovY54o1fIkjwQuSsboXtZM0poX7EMFWmSMhAnkLPkME2ogRtAr8oBKGJ+6ZnVhNz8TbvYgOm3ruES2De3m0Fp/xaGL7zWeJsYsaTHMvjyaOu+EVyU7jn13Ii+7HKjnRvubdxyML5EBewgyUpQVqsMJvzAG1R/I1xL777itPfepTs7CW2/a0U0+VN77hCHnta18jP/3pT+Woo94tq1atyrWO1s4//3x9o+kjo+emgekJrOknsGRNbzD5r7sncMouF8rJe1zQyUnlOvGkO/9GhnKy9gL9xAhaxZ4XykmGeu+5ME7UuQZ7XSgnLgInqMcJe18kVbRcaz3zCXtp9Jp8IMdr3/F7XywpF2kdoKeEfZghArlDDVbXPK/a9A+jv7j8bSAiNAwW8Ac0PoCXR/vp2Gr8BAefCN6J5wK8G9+YYIoPkC8QP2cyjif48yRPGrqLxNNnidA9aqs+H1+za9bgN/zA6xERP9o9klcs0NPn8QSr8QIKj+QDcR8i2Bg+EROH3eIzZaLhibhA8Io0bPzrqbHQLrgfHeTE5NeSCeNu+EAy5c8zEYcX9edqk6vpiQfnBHJ73STRl2dKjV7RneAH1sVsxMT+m8/766YGm3Q/CnLiSNyLCCPHs+34RKyJ84EV42/Rj9wc8AMKj+QD8OfprVlPXxwZ8YJkzM/H11GyMKzAD6zbvYhgYvfNZ+PrRoNkEj9IxGFFwyuOLdDTLfAGq92LCIj+XL1Ga8F9iGBtzEVMHH/DD2zS/axY2A2vSMPFX3djoV1wPzrIifZ7Hue1YvwNH0gm8YNEXH+KY4/9sZx44onyusNfL29+81tkzz33XNTD7bLLLvLc5z5vUT0ns+kJLMYTmN7UWYynuJ56XLHFtXLZ1letES5V33FcLZdufSthGz2nw5k9X614jVy6TWBbzUuWh0g+lJuXxG/jhn0R+gTxFr5pUDzaT3SG2cy7ynk8oqd56dq8cVxmXjpSRbxKTNOcqC2jLmYq1GN1z8nm5qdeHitP1VivaiuG3dzLnis+kQEWNl/rc809ifWz0VMbay29l4iXU/dsNagv8BpLLevJWuihHAJe9BENPJTkvDSMwHy03yJR/Rb8unXer8pPBc5Xebq/6mMvfAwdJCaeqi3kqs6p58ITKl819HVNR102h6dO1T1VWtBVeeKrVOckd8eYu9YRzVPXOaNT+ao+5HIP7/Xa/Yi2NvJsNqM3/DTY/5uNeamPRzsri2Mo5/E1tDYfj2O8Qq95aV3F0o+zmkat62Mum9OBKuLhqL7Qy/zUx2Pj9evaWG/3stfLfGSAGfP1NjRDvRq+ZTPrZdobvJfofsTq9fc6tDe0eurZk6l6nSzOCrzIiIbOcE5YyFnNQw2TqJ4L8VKb5Gr1dP+ke0Chc7zOylfr6pzkAyxyLdHPcrxKrNYhoob14uIZ/OQnP5FHH3SQLF26VN/TKiyuuGyFfOlLX5RXvvIVcsIJJ8jPfvYz+fCHPyRvOOII4U2gT33qk/KqV75S/uEf3i6vePnLhPqwQw+VCy+80Gbec9RRAl/9t3+TFSsus/ysM8+U173utfLPn/60HH746+Sqq66Sz/zzP8vb3/42OfroD0x/m0emj7X9BKY3ddb2E1+r+81/q/32u78tP/7Ej+WbR35Tzvr+WXLViqvk/JPPt9Ncd9V18vlDPi9XXnqlfPV1X5XjPn2c1Tdef6N87oWfk2M/daxpp37zVLHvEHXqhutukI8++aPy/Q99X0xXjevEL54o33rnt+SLh35RVl2xOH/VEd+J7ifAZxo6u8o/iMWjNvsMEVQafuETu8san0hsGZzjFdFB99S0utCqoi+JfuTaz3xEpfxFf8S7XKMm1xj9yFWqrsFJ6eX9+AC1R/JBuBcRwhBeEZa8Jm/FfYgQGuM8eVhqpsw6rHpOpC7BB8pyXMArotPRK+a6NOyKfuQ6hU9Epepy3YSy334dmlDe0CMq+5xHlYZf7uUT1Jq7l0eVxl94QZh0P6LL5OB1Z8QPaCojsxGWstBfh0bXyEuiH3kpDwv40UkE8hL38ljK/QGfSJjAC1wid9DIiQ2iH7k2eC8RVBp2MQ/eTQ5a4xNRafyFV0Qd8NRQXfW6WmhLoh+59uERUSm5WDOBfseE8hY1cpWZiag07sIHwlT0Iw9L/al7ESFM4BVhyWvPWRpHAAAQAElEQVTyVtyHCKExzpOHpTRlrovQjQ8EaXha3yNM4glBGpZmPPGJRCPXTWPWktoNPaLLPudRpeEXXt5NDlq7l0eVxl94AZNlzPmh0bKuufHGG+WGG26QTTbZJDnKdtttJ49//BPkaU97upx77jmy3377yf7730u2X7a9nHXWWbLxxhvLU5/2NHn2s58tO+64kzzjGc+UA+5zgCxfvlx2WLaDPPd5zzN+/etfy3XXXWfePz72WHnWs54tT3v60+V+B95PTj31FCmWLJGDHn2Q6VdfffWi/ZMv23C6TU+g5wlMb+r0PKBb9/L8L02e86Nz5IAnHSAHHX6QbLJl+pudv8bLzrlMttt1O7nf0+8njzj0EXLTjTdZ74FPPdC0/Q7aT6S0/K93/Jc861PPkgc//8FiuojcdMNNctb3zpJHvexR8sSjniibbb2ZqtO1wCcwaOwW7QI+LaBl+1VoB9DhkVzRFf/UajXgKv9w7+oc7RnNOB9ErSXn9bcspTJ+kKpW9Z6VuYi/ftfMZXbDi4wI5KNw75ah0Z6cES8ikJfgBWVpgRqsaLu5DxFCH7OA5JE8S20226MiPqDp+Is9oGOSryHoaEmX8IuEVc4JLuFLDaYxR+KRHKiBvMRniFDK/aHnawgD/IB8NJwTegbxh5622TJ+MKvszmzExNyNOWDNI8+AHNBLoh95KQ8LNa/6kH+u63pnjWckNHM+QMKbSA2eExu4HwvkxBJmoSwXJeAHCzLjfNAzzOuHnrbZMn4wq5I754RE1KLSmHNUr958jRq64jNEUGn4xddnRzd+0NHSXOKMqEQgL8l5oUHZkg/uQ4TQxSwgeSRvwBw0FlSo6fiAroy/8IKOycFfQ+6BX8R1jZwTNLWfd+JNDWjCnCW1GzoE2WeIEJa6056vI4bxA/LRcE7oGVywf4/v2OUNN9xQtthiC/m1vvkSZ5csXaKfjvkp+ds1N910kzzoQQ+yN3Rir/8NH9d8ljeM0JboGzfEP1x/vWy00UakFUuWFMIbO5UwJdMTWItPYMla3Gvaao09gTZj/oiZrT3lmKfIucedK2/c741y5fIrZ2Ltvsf99pA77ntH+dzBn5MvHfYl4TeyG669Qc7+0dly9g/PlhXnrqgmfn/J7+Wn//pTOflfThb+dg4LN990s1xy+iVyxn+fYX/T5+qVVyNPrIUnwGcakq34wx4SsSxqOrNQrrYH5qC9o1rBDyphTDJwjzGW9s15h2/9rNRge/gcERCJDnVJNVPWowJ+HQOr7V3zxw/iltQQNXt2iVAW+EFZEpgF8k6Yg86m2SJ+MKvW3H3wHpw7Eo6EByDF6Dm6UZ+ntoX5zWeIMF/pyDI+bd2DPesG7AF1vVbjD8geybPgB2GRGUDySN6AOWDBo+exVg0f0HRhV82vbrJgb3whGOLluFyvTa/Nmea32lp23ntjZA6i1pIP9szND9zDR9nL89aIJ7Q0RA9yJ2lnHhCJDnUJc2Vq/6Pe896IV08T3tDTll/GH8JqzgsNQlt7ih+EDmYhSPmUOcit1nT8INc6SKv55WZG+bsfEYIhPo7L9dp05sAKvcVcSy7mPHpO3UnGp61/sGfdgD2grtdq/KEmr5PyCU94ovzTpz4lr37Vq+Q1r361nHLKKY1z8ObPD3/wA/ncZz8n1+ubM42GIPAfRv7gMcfIe9/7HuE/zOxv5Dz0oQ+VY44+2v751SmnniL3vOefhqkpnZ7A2ngC6R7Tmzrp87iNVYW9nj9c8wf7J1J3ffhd5YhTj5Dvvve7ssHGG8g1v73G1nkzZotlW8jJXz5Z7nC3O8hTjn6KPPgFD5ZzfnyObLjphrLnA/aUPR+4pyzbY5n1c9tul+3kPk+5j+z36P3szR003gS68/3vLHd52F1kr4fsJfzNH/SJNfcEZp9hESJI/ChUgfofyGigvdqhd8nPS+aDOcgs1SW8oa4Pqn0Pjy1D+EPLcirjFdFVZkFTewZEBx2sZo6ECOSO12VkBnx5cKx/nloGF/yNE+eDFl+XOTt4bbFtDh2saXZjFmZVx525SFerrg3y1L7sNeDZjvKP5ybXTZmP8Hmi1iX72vKc2mAOKDif50RQnZmISv1XOdvXGM/X19tYZw9oLKSCnx2VnNgKfkBDGZkBk7i1QX+krU91/EDT8RefpwFTPNsBbWmLnz+o8ZyeEyG0iTArmQ900CWfIYJK3RdzQJdH8hp4ObWlYWWHdzTwPYhRz+Z4RrSJOdBUPHpODdQVPu9CrMlVZwY0TTypFwP3Hu3F+aBnEH/oaZst4wezyu7MghVdN+YiHb34QUdL+9LAX58YDP41yrkZIILmnC+iUvX5dx2tgjnw85GzSATNfc6jSv1XOdvfKNX5ZOwHe0DP3Khz93jVl0877bTs/505/zfnrNX7ly1bJu8+6ih529vfLm9929vkwAMPlEMPPUw222wze1PmyU9+iv1Tq5e/4hXy9n/4B3nmM58laLxhs2zZDvKSQw8VPtD22Wcf4T+M/IIXvlBe//oj5BGPfKR4z15772178M+vXvWqV5s/M/iw16HlnnitF0yHuM0/gelNndv0p3j2x9ZGm28kO955R3nDfm+QN979jfLMTz5TNt1yU1l1+Sp54z3eKB987AflL1/1l3LPx95TPvWsT5l2/knny94P2Vt+e/5v5cj9jzTtrQe81f6JFY+Mf2L1jw/8R3nnQ94pT//Y0+2/18N/Z+e+T72v/W2gs39wtux6wK60TqyhJ8BnF7AnAnkF30AAArGO6j5DBJW6L/fo7rJV/MCKsTffh9gxi3+ko1Xsb5vg52hznCVXyX7iSu6g5WZN54ZfiD7nkaVe3KO3cdaA9ywbcHdvIvSM4A20eaxePyK4DxHQSpgBSo/kDZiLNBrmAj4wV0Zk7DGg3f09do7gGdFm5iIq2deSR9bI7VmS+Dw5eO1RNWYiKnVfYba7cbaK9ywbeR+4D/4R24VZS2o3dEAuY5wlZwnIHWp7psw4JuZvPucx35VR8c7IbRL+bWuJjm8kLEYPz4lAm8fk9duCrtQ8VWHFviY9N6Ht5vOskxMz4OVklvslvKGn0/fw2NmOX0Sbfa4ralv2z4lEp8BbY91Lpe6LOejuqlbxr4ohiXsToWcGf6DNo30tITjuQwTXNTIDmtrXFTELc5Fs00zED2bVenCP5ybXI3G+iErV63cdrXqWzAEisY7qPudRpe7LPbq7bHWwp3XPbtV94D6+h8dqfjWTrbfeWp773OfKU5/61Cys0bOa27SOF0UhW225lRQFb1u1tk0L0xNYL57A9KbOevFpWFOHmP8mtOeD95Q3nPoGOeKUI2Sr229lG977ifeWI35+hLz0ey+1v7nD3955/r8837SDXneQ/fOr537+uTZD32tOfI0s3XCpzfK3cl7xw1fIa054jb1BdP9n3182ud0mcvt9bi/8baAnve9JNm/N022NPwE+05BsxB9C4CI5UHskV5gFTbsv5qC7q1od5Fl1h2TEHkyxD5C3gidkGpgFlmL0XP9ElwRp//AZIrR3hpWWc4WOhafuTYQeJ84MtHmsXjvf4NlCuYIfoJWwApQeyRswB42FpoAPNFcWXxm0D+eOhGPk5tHA2pgjIQK5U6t9hgje1hqZh9aGRVpgD+ix48wRa2+bQwdrmt3iLPlMnd2pwSrmgMIjeQZmIpmWpuRf982V1Vc4b6TH0c9OGzmx+vVphd7cT1NbI5YwA2XZHqJHe5et4AdWjL2xz4gZ9oHOETwh08QssBSj5/a8mHVobMFniNDSlsr4pkpnxf9I7myIi+5NhLiWyTkzsOTRXj+C4z5EcF0jM4WIZiLk0vbBHLStBx0fCNKwdE39GuXckZ7TcHawNuZIiEAO5EBe4jNEKOX2wDy0dyQrgzyTibIYuAf+kXL6Vh823XRTefZzniPEW/2LmV7Abf4JTG/q3JY/xWvqD7nb8jO7lb42vvGD5Ph8/iERy6KmMwvlantgDto7kpVBnslEWYzYo5yoflLmdSPiCY2FmcBZHZSYZ3/iRlMG5jJyu8SZoL0ju7Km9sEXkk05HySiFmigqV/MgtetkTlobZgv4AdzZc1l7AOdO3DuSGjOzaJBaJv/jYBETAufIUK6mqn8TJmlRZUG7sOZgb09kmfJeDID9NcjWkWcJa8Wmgk+0FxZfGXUPpwbeo6BJyRtzAGiR3Ko1cwCS50wB51Ns0X8YFZ13TNrA/f4/9k7DziriiuMn1kgwNJZig0VRMGGP0VpSlNQkKYQRcCyGCkGSAAxRgQLTTRRiaBCEhSQSOwtBjUFsFEUu2I3dpGoaGwL7G7mP/vmcd/ufW0bWw4/vp25M+fMzP1m7pQzc+/zmuQD/HWoS5ogNNI+epFwnw4uiAQXOOiDgqvQv0GdoD9U2AcmSdOLlcglD5AkEcoMYsTi6REOAsLogkCQ8xYJQw+42MR/0AWJpUonNqV8fLlxQZKsSRPEiKEHfGDQHwnzOrggEhzfIQ0QXyImJqU0YzQiFynmQfoALe/iVygDykD5MaBGnfLjutxz6vH6IdJ/8+G78dxh0j8NnGpli4VnD5VTE2CAjUsbm9qL07HuwOJiYzsZGAeDbHixsOEQGZQmBlv5tLH+YBkcwZCI2+j72tHdMSMS9Yv/xw4L8NfeJQzYa/Ss43S9n+u4QA/EFYiNSCnNWJWCK/IABVdx/5I+QMC7+ENBekFYIXSA9UY54DoI4gQ9PLgAf2FEwr1u4ei41+iBuALhEeQTHhMnlDxAnGgfTLrAXzsXPQ8XEPkTEoYuiEjEd7yud+NLCumBBCIljvLp44KECfoye9cKo+NhL91/rvHgAvxRBHSjYXgC4egEQXRCBHQTypU0MsV8fNnJDj9uXATTxG8F0QHW69qAd30Y1w7IB+ECw/+gC8Jj44SSdpyoRMFp5UMeIE6CPi1cECOGHiDQu94fufY6uIDohEAPIORd/CEgPRASlTwoSdo+AdIPwoeHuqQZhBXyutZbpC0F44h38PruIvKHMLwRN6iHn6iEQA8kFCqFSPIASZKizCBGLJ4e4SAgjC4IBDlvkTD0gnBS4X/QBeGxpRuaUj6Um2xxgfWjB6w3+t9f44JoBB70AH7g/bjAhqEThA1K/B89kFgqGkva0Yt0POQBkuiQPkDMu/gVyoAyUH4MZJRfVppTuTOQn7c7yxSt7V6hWJ0yeQCfSBwXK34QTiyeHuEAoYgb1MVPlAfXwF0jH4QLDP+DThDhUiGhKQx2IVrJg4Llxh/QoJz+0vtxgQ93LnqAC8qJPwgb7nVwgQ1K/N/rJ5aKxqaUZlQ64EkxH9IPIpBCUa9P07tWIqiL3wa5Ez/4PQhzJ3W8Hq4LLPQnEu71vFtIKvwyohseWcJQnzYuSJJcsNz4nTh6wF3YP96PC2yQ/48O4Nq7+IsAvSCKCOwOIB2wOyTWVxpXPn3vJkwzWG78Vhg9D3vp/nONBxfgd20JD3oAvwfXrdk3xwAAEABJREFUHjYMnSBsUOL/Ad3EgiWMTTGfYNnxJ8w1mCZ+K4xOEDbI/S8ShnwQTir8T1AXf7hUyUNTHkOD5cYfJ2tfVlyAmHddmwrq4g/CCntZXGCDEv/3+kjhx40D0gNxohMHJ0nbK5N+ED481CXNIKxQUBc/9YMbhBWTKJde3wVG/hCGN+IGdfETlRQR3aRyEQHKGfEmd3zauCCJBmUGiHnX3T8BHj4dXODDrYsOsF43buKGAr0gQoUKAkkPFFyl8Zc5ThriKYsGy43fKlI+YL3R//4aF7iIiLzj1PspJ/4grDA6QdigxP+9fmKpaCxpRy/S8aSYD+kHkU4WKqsMKAOlw4AadUqHxwqZSq1G9aVmw8wCNKonNdNADSubNhrXlxrFQIbVyWjSQJyLPwjCgwjG2TJm1K8jJgCugQtrUFeMRU4t41z8qUKsXsqwHEsKMFYmwwIX4AfROrJxUb+9t3Tqy8vG1JnlKlofNr2oPxheyB9aB1YmGh6sixT9xsqljaYNxSSD5QseHez9UbcJ68zKS8NMoa7ybP3m1Knp/Fx75AdkgmH5Nv3iIs/qhsHYcCDWFcsxSKWOvEyG1UkJln8nh5sGqDOeS9xoXVj96DX+BHUkkTjcUGQ1EkkT+VY+IWye+Q4NJL9RZgEa15P8FPFtRp6TzbPyCdGkvuQVA7lWJ7dpA4m6+C3yIxDrehjrzygEwhIiyz43aUKsfNpoZuuuGMi3OnHRvLHkJ0GejQdBOa7zWjSRGNi2mQdsW8gD9lnJi4NcG54IO+3z+V3tGrbOqLfUscvmnxJs+XYVgiuzDcPNtS4w1g1CIte4Yp+LKGx41B8ML+RP+BxZ2fxmtj7SRJ6VTxvNbd0VA7lWJy5aNJVcj6BcsyaSa8uY26Sh7LLADYKwXU0bSSr4xo4fheV2Wt2kyGosO2OQZa/jY1dWlnjkWr9HnvUXQbNm4sJw00BuRBY3t3lzy1Gz3fDXuHGwKxKOG4oWLWRXmthp5dNGy5ayMxnsve6MYIct9w7LY0JY2R0p4us6dSSnaVNBPsfq5Nj0oy5+4MPxJ8BPNi4Mrsw2boflJyeCXOumgnTrwMlbPncVAzsyMyvkukgLpQxUZQbUqFOFa7f1cV2lTaduVQudj5c2Hl1OkDbH90yK/L32SyoTnk7ytNPRa23LemAAB1g/aGVdRU9Jm4OeJ0krjx4nSqtefVJGy67dRdockrJ8OmmnKruPLS/Y17oee1m/oo8Um4PefWUvh5Nlrz7908aWmnXS1ilOPoV1WtiygubW9Whm/VkKKRYH/QdJFug3ULLAqYMlq5iof+LJ8mXb9sXWL06+TWxZPZpaP2hoXcVgSZuDAUOkocdA6x94mjQcMrTEeHvfA0qcRkE5bJmGxEd9G+dRz/o9Mq1fMUTS5mDoUMn0OP10yRw2rNTw0r77Su1STrNw+erY8nrUtX5Qy7oVDY272zlWKayvtm/fLn/6059k5cqVoSAOmVLISpNQBio9A2rUKa0q1HQqLAM1a9assGXTgu0ZBowxUqNGwS+5if5TBiIM1LE7rRGvOsqAY8AYI7Vq1XJ+/aMMeAZ+9rOfea+6yoBjoHbt2s7VP6XLwBFHHBH6c+b8zDlxpZubpqYMpMlABRLPqEBl0aIoA2XCQLt27cokXU208jLA5Kt169aV9wa05GXCwMknn1wm6WqilZcBDH2HHXZY5b0BLXmZMNClS5cySVcTrbwMdO/eXXQTcc/X3xPr1snMmTMcXn/99SIFys/Pl507dxYJDwv49ttv5fHHHwuLSils1ao75NVXX43KqkcZKEsG1KhTluxWg7Tfeecd+eGHH1K60+eee05mz54t8+bNS0m+OEIPPPCA5OXt/kA0RzNzcnJcvuTt8emnn7pOff369S6bl19+2cn88Y9/FDp8Fxj489lnnwkygSD1hjAAn3C8zg6qIdFFgj766CPH+8KFC13cxo0b3TVpgN///veybds2efHFF1188M/y5cvl1ltvjZH/61//KqtXr3Z1G5RNx7958+aYNnTbbbdJbm5ukSS2b98utIvCEbt27ZJ//etf8sEHH8jWrVvljjvuKCxSLa+//PJLV1f33Xdf0vt/++23Zc2aNVE5+F+xYkVMvfjIp59+ukT17dMpqfv444+HtpNgujt27JANGzYEg6L+F154QYiPBqinWAzQVm655ZakuoX7jqQKaQo8++yzQptPU03FS5GBP/zhD67P8eNLoqS9LOPOqlWrEonGxP373/8OnTPECNkLxjrGjCeffFK+/vprG6L/y5MB5nULFiyQ3/3ud8IYnShv5hxz5sxxbYf2QF+RSN7HLVu2rEhbIN+77rrLiYQZGIj48ccfXZt47733BCMCYSKiTjEZ+OTTT2T48LNs/c2RMIP8a6+9Jvfcc3dKqefk/CSvv1bUMJSSsgopA+XMgBp1ypnwqpQdRprjjjsuJaPOn//8Z6EjnTlzppx33nmCXllwcc8998Qs/G666SZ3dJ58TzvtNNlnn32s9X6mc99//3036WYx9tBDD7nwDh06yKRJk4oMzJ988omw6CqLMleVNFnAMHm+7LLLhEnxxx9/nPDWmOAsWbLE8d6zZ08544wzpHPnzu6aCfCYMWNk2rRp8r///U+ef/75mLQw3HTt2lXOP/98+e1vf2t3Uh53emeddZb87W9/K9Hi+Morr4xpQ6NHjw59VQsDEsbBmILZCyaMtKn//Oc/zqgzcuRIG6r/f/3rX8uECRMEgw19RyJG3nzzTZkxY4b897//dWJwTdsKGmxdhP3DIqkiGEP+/ve/J10s8MpGvB3+f/7zn0K8vSX9XwIGbrzxRgHJkqDvmTJlius3GB+SyacbzxiXlZWVrprKlxIDLKYxyFO3jOnJkl20aJFceumlrj0w/nz44YfJVFz8/PnznZvsz7XXXitfffWVcJqjSZMmycTTjFfxZAwwJznqqKPsYn+4jB07NqH4F198IZzkpe0A5hkJFSKRbCIWHqOMMXLmmWe6seHiiy+OSMY6bF6xAdSmTRtp2LBhbKRepc1AXl6+M5Jt2/aFc6fb53rZstvksumXCsb21Xasfvihh4UTPStvv12m2nHgOmvse+aZp93GzEI7hvi5R+HM37JzkyuvuEKusxuOK1feLgtuuMHlwXx3yeLF8tRTT8q8uXNl1qyrZO3aNYXV9VoZKFMGMso0dU28SjPwxhtvyIUXXpjSPbJTwfuvCO+7777CAg0/O6rsnEycOFG2bNkiV9jOkgnYVVddJZzEQKZv377C5Gzw4MFusX3ooYcKxhoMLeecc44ss7sjQ4YMkZycHMRTBicymGAx2DO5R5EFF+Xho2zekNCqVSuihEXAYttpX3DBBe4a4wWLB4xUn3/+uRu42dVhtwUDBWXGyMAxT67Z7WFywKLfJVDF/rCA4VRKRkaGHHDAAUnrA2MHu2HQwHvRS5cuxZsSmBwdcsghobLselGHGGPWrVsnnOSgfbDofvTRR+1gO0uoO4wBnLShPjmhRfukTTOhxwDpE+/WrZs7CVK/fn3XBjBAMTnnVNLatWvdiRx0b7CDO5Mzr+fdU045xXlp27SJ448/XtgxfOutt4S2w2SftuWEqvAfnqmmTZsK/KYycT3xxBMFQweU8Ky3bNkSrzO6Ul8DBw4UnjsCmRDTlr755hs56KCDCJJf/epXLp4JPH0E/Qd9xDHHHCPoYwiiLpiIY0B0SpE/9E/s3I8bN044MXTnnXfKiBEjnN7kyZOdFOmRLq9sff/99y7slVdekenTpzs/E3lO99G3IceC8bvvvpPrrrvO9X+UAUMXxmV2Z3nNhzY5aNAgoZ26RPRPWgzwXPIMp6UUEcYIMGrUKDeesAFAnV5yySWuPjmRyrNKWznLGo7pYzAqX3311UIdcryetsr1lVde6dotbQjjJGPcNddc4wzUL730kmtHtIcTTjghknM5O9UkO04Q84wzDjzzzDNp3TW7+/QpjNnUHXXMs029nXvuue4ZvsrOUTZt2iQY9lnQMYcgnueejQj6ddoLfQhtkvkN49GsWbPk3XffFZ5z2gpjGUZudBhH0CP/tAqswgkZ4NmmP6cOMcIVZ7zFyMeYQ32feuqpQl/N3IB5C31DcF7HHIG2wNw1Ly9PTj/9dEGfdkJds1mFHv0M80XmG2ws0u8zPnJimbkiZeWEKv0I/Q06w4YNc4aHhDdczSPzLedvvLFFNm9+XpgTMDc944wzZcTIUfLOO29Lf1t/gwYPkh49e4qx89XRduNuuB3fX3n5Ffc8t2jRQpo1axbK4hprqGlzUBtpe/DB8tabb0lra4ij/2c9cazd5F63dp20a99O2rdrL+vT7HdCM9RAZSANBtSokwZZKhrLABOQ2JD4VwyqLPY5dsxAxuKXCfjt1krOpIbTFixySIHFGJNpFuEMdMTR6Q4YMMCdrKlbt67b8W/QoIFgROHEB4P19u3bUU8ZDKaNGjVyu2fBHXLSZ2LGgEp5mcSRKAPx+PHj5cADD3QnRxjcKSvlf/jhh93CH4MURismcCwCOWHAgN2jRw93qoSFarzXL8ijKoBF6lNPPeV2uhLdDydZfDxtI5WFvpevV6+e9xZxqUsm2BhRWJAjwKSciRiTr8svv9ztxmLYIV9eB2SCxoKLnTKMeIcffjhqMaC9MUG/6KKL3Kmzrl27Sq9evQRDH3mRJwM7C/QYRXvBhI8FAO2YxYANcqcJmMD/5je/cYYDDA6EV2XwLMDvtm3bkt5m+/bt5R//+Icz9lIvXgEOMbDxbGIYI5yd70ceecQZjHjWmASz8KYtUN/0Dzx3LNSR/8UvfuFOk7Fow6Bz4IEHSrD/wNjDSYvgqSLqd6zd4cVwSRoYkTAqAfoCwliM8eyzQOPjuo0bN3Y7g0OHDhUW/MgAZJjks9BgR5h8jj32WKKccbhfv37Ov6f/VLb8WfBgXE213BhoTjvtNEGHyT99UHZ2tjslxsYB6dDv0zboE2grjHve4E8cYxB9AIsxFuss1Pv06YOq252nD+IZZ8zDeE1b7N27t93RfcrJ6J+yYYC+fdmyZcIpYU7hYFBNlBMGIJ5T2gOLZ55lNm2Yi2CQxUiHPpsAjAEsvDt27OhO/bIA5Bmm7ZAX7Yl5CW0KAwJ9GZtRLPZJw2Pq1KlCeyEf2tHNN98shNGfeRl1S4cBDLNsJHHy5uc//3nSRHnGH3zwQQGMW/vvv78zzrBBhLGO/p05HmNJ27ZthfkkiTKXIA/aAv0FcwLC0d9vv/3k6KOPFjYj+aEG5kAffPCB0LewSUCbRZY2xthEO1u+fDlBwuYBefE9QMY+F6h/QhmoUbOGdO3aTRhHMdBk1MgQY0yobEaGEQw7zNvrZtaVRx9dLYck+A4nr/ceeWQH6datq0yxzy+Gvddfe022bv1caAe0C+q494m9ZcLESaF5aqAyUFYMZJRVwppu9WTgp59+kv79+wsLK46wehZYxH0Ku10AABAASURBVNEZMll54IEHhF1pTrCw+GEQxBDwy1/+0onTKTqP/cPgxWCJDJMsJt0ZGQXNlgUdEy0Gul69elnp1P+z8Pb5YNgJTvgYjMmDvFm4sZgj5ebNm+O4iTryGKUoF3IYDIhEj0H3scceEyZ9B1trPjuG3D+ynGBhYo9sVQQnKpjI3HvvvQIX/h6ZpNAmWMz6sCAP7GaxQPJxydzMzMy4IkyWCn+skDpBgYU+9cARXE7LPPHEE27ShmGHARmZeMBAEBZHG2anhnQ5lRFWNoyaGAvRxziEi96LL77odvwwOvn2SFwlREpFZvKKYewvf/lLVJ56oG2w6I0GWg+GO4winPLDGGqD3Gt1LIJ4jnAJA9RN69at3SuSnB68//77pUuXLu5bTEzAee2Lo/fIwrMxxn2riR106o3+A0MR8Rjg5s6d604FcuKLMIAeLuCZJn8W7+yoEgZoeyeddJJgrMEIzUSee8WgxwKQdoAcCz9OcFEu7o+FPhNB4rgXXEV6DGDIY4HE4geXVyB9CrQ52hjPvQ/DxejOeEQfT71zkoxw2h51SR9GvWMM3Lp1q3tWGS+CfRfyIDs7W+j7aDucxiCMfs0YE11QkCYnBzHosXuMjKJsGKC/7dSpk3t1lmcP4ys5BecojMuEAZ47vvdFe6D/oO4Z5+kfMNhgbPFyuEEwt6H9IEs7ZNGOMYnXifFzAiMo7/3k4f2Uj/ZBmB8jfJy6JWeAxT3GN5677du3RxNkDkDfwNgdDbQeTnRiwAGMWzbIvRrFs8u45K9xff3jZ3PG1x/5UaeEezD3xIBHHzLebhL68KBLG+UaXZ8Wc2bCqiOYX3HSNwzEFeaEOlh8yy12826GPG03GAvHU3+MyWzk+ThjjHTocJRgjMUA68NxmafNnDlDeOWq4zEd5fYVK9yGEwYg6pi53P77HyCMDbQbjMJ8ImDTxo2oK5SBcmOgYHVcbtlpRlWdAQYeOjMGSgZRf7+cyGERw6KGhT8TWzpDdqfZJedYKgssL+9ddlRYFHFUnRMzDHI+jo507733FgY9JucstHxcMpeBgMEaOV6XwDCEn90RJoBM5DlRwTXlJI4dOyb3fBiRBSNhGJo4TcD3ZLgGGHs4NcBEwRgjDN4sMHjVi84+eA/IVxWwK0l9ccKKdhC8Lya4tImCwbIghnZC/XPFpLewIYbweMAIGC8uUTgLfuoTA93atWuFyd3+dgeOCTUTcgyNifTD4ni1jiPVDOacNmNSXliOe6NdsMjjhNBee+3l3u3n9Rx+nY3nwxhTWK3KXPPccyqC55zj5Bg8/M1NnjxZaBthRj0WZS9aw5dfbDN5Ji1OSTEJDy7KmCCzK45xDmMMzzcGV3bgMOrxCoafLJM3C32MwjzLLNh8vVFH9C0syEiHNJAPgnaCgZnJPieBaPs+nh1XXrHCEEU/g8EG408wb0780B9wsoRwjBCFnxmfnrqpMcBzxAYAHynH6Idxx2vSLmhjnL7yYYVdNhwYawjnlZvhw4fjdaCN8KzSHq+//npnXHQRgT8Y8igDpz0wHhOFoQBgFKAtYMDD6EPdH3TQQc5wiJyi9BnAIMMGE/MCeIdvcuE5Y+yhPTAOEBYG5DhRxfhA381zHCZHGEZATutRr3x7j34Kgy3X9HUYfJBLBBb6tCHaChtWiWQ1Lj0GjDHutWuMumy2HXnkkdEEmKfRFjC0RwNDPIwJnLZknuAN+WxIULec6mHcQY25KqdJGafYqAzmRTwGB1zmPryaGRw7CAec0OGVX9pBojaKbFVH48aNnbGcE5JhwJCOTJCH7OzRsuimm2T27DnS9+STZcqUqcJmG3PxESNGCiembrhhgbDRwzXh6FPHp5zSz206cw2aN28hy5Yvd2ldNG2adLabRdffcIOMHDlK0DXGyLSLLxZOBSHfp29fmTt3npx77nmCHxmfPvEKZaAsGVCjTlmyWw3S5tUov+BKdLsMbLxKxcQHORblGDdY7LOYYtHDO+YMZryewSKMAa9evXruJAV6nPJgcYzRgDR69eolfAMBP4YiFm8s0pAhDGBMIX38HIHmuCx+FuCcosFPOAtN0uCdaV6hIpxBmgUnfjp/DA8YAVg0MFG/++67hQUZMh06dBAMNhiY4IMFJWVmgsfiD0MQ6VM+ZDAOMbgz8DNhJA92cLjGXxnBzigfqmahzb1yf4nuAx6YICGLIY3X3bw8ryX5yQyTagwCPg6XSROTdfzUNzus+AGLJgZw2hGLdRZygDgWa9QHOyrEYcxjwCUPdliZyNMWqB/kAcevyYPJINcsFlnwo8uHt5kUkhZtg/YMDxhuutjBHyMWC0VjjPtFLL7hgzGCRSenu7Kzs91re7QLYwpOj9AG4A6QHycEcCszjDHCLpsxxk6ERggLnUT3Q3/AJIkFsj9+jkubwYVHni3qgsUT9c0xaD6SzeIcAzHGO/QxshhjhB1WDM3I0CeQFs8wJwqZ1BNGmXi2aU+EY6Tj9UrSoJ0Qz+4e7Yf2isGH5xzjDkZgdNkJplwY7tDhVS7aOBN/TgNhTMLIQBhGYXbyOSlC2rQr8sLPohTjEX7/0UYmnbQPwhThDFAHGGzDY3eH0g5YjPsQxiMW1NQLi2sm/rx2Q50xHtEPUA/0D/RNjGcY/2lHnOjkVVz6DdoGfRB9FIYE5MmHcQEDMGmSB6c5fZvzZVC39Big3uh7eUYZZ4xJbDTnlWH6eV8CY4z7hhphGJGpO17LZu6ADIZ42gz9GkY8jM/UK2MVcweMBFxjGGJegYGYdsB8gf5/2bJlwjV9F+2NMBaoXKNPHorSY4D6Y04At9RNopT5Xl8vO7+k/gDjDe1g3bp1Qhz6GO4wyjM+M47Q73DKizrlFAjjAmMFfQTzAvR5dZe+hHGFdGmXfHeHPoF+hLkEcwo2KDAI0pdw0pR+hHkDZSZv+hL8itJjgL6f8ZZ6L71UNSVloHwZqFJGnfKlTnODARbIqU5MGewwvAB0AZMirpkkc016hBljxA9cDGzIsOBGhoUZrjFGOKnDIMhCjkEVlzgPL8s1gysTJvykFSw3E0Dy8PIcwWTXlV145NGlbMjgJ4z8uPblxDWmYOLYsmVLIY57RpZ8uWbg5ppwBndjdt8n6RtToI9MZYPng/sE3F+ye8AAgix8BWXZeaEdEMZkCP7we1AvTJS5NsaIbz9co2uMccfu4ZRyAYn8Iz/aDZe0Aa7Jn8U4edKGaHPEA9I2xgiLdK7r1KnjfqWIdkA6xhhBl3QIM8a4Y9rcP9cYF9Bj5x9DIpN5DD6EkTZ65OuvjTGCLiCMsuFWdlCP3Cv3nOxe4BjAH3WIPBzj8pyRDm2C5wkYY4T0fd37PIwpqDf6CPSR8XGkRV2TlueaMOD7A/JGhnZKWYijznFpD6SLLPG0GRb9LBz4pgYygD7F52GMEeSpb8JIw5iC9oIs7ZS08CPn8/RtyN8r8YpwBowxksozQzswJra/hW/qhbokderfmAIZ2htx1AFx6OMaY4R25/sS2gR+6o/2ZowRwoAxRmhPpIOLvqLsGPB9Bc9VslzC2gz1SF3xDKNPG/Bp0Z8QRhzhhWV9W/Lp0p/hp03RLtA3xrhX82gLGHHpOzAEYwgkbUXpMkB/6/vvRCn7uqPuATr0y8Fnnz6ccYN4XNLzfQLPfjCcuiaefoW69u2StsBckPaAPG2EdJGlvyBf/MT7vNGlrRGuKD0GmJtxupY6KL1UNaXyYkDzKWAgo8DRv8qAMhBkgB10dviMMcFg9VcQBowxwumnClKclIrBKSZOF7GbZ4y2q5RIq2RCTOo5eceEvJIVXYurDCgDe5ABDAGc/OV1HIwPe7AomnUKDLAxwynOFERVpGIxoKVRBqosA2rUqbJVqzemDCgDyoAyoAwoA8qAMqAMKAPpM6AayoAyoAxUHgbUqFN56kpLqgwoA8qAMqAMpMwAr20ZY9wrHpwE4DsOKSunIMhPMfMtoxREVUQZqNoM6N0pA8qAMlCBGOBj3B4VqFhalDJkQI06ZUiuJq0MKAPKgDKgDOxJBviIO7/Iwq8M8uFufq2F8vBLUXwcFpdrfgGOj0/zwVfC+SAzLh94Jp5rPhZOmNfh1+4WL17sfsVpw4YNwselif/oo49QUcRhQIOVAWVAGVAGkjPAD1DwsWg+SB4G4pBJnlL1kuCDz3yk3YMPhFcvBqrn3apRp3rWu961MqAMKAPKQMVnoMQlvPnmm4VfWcE4w697rFmzRvgFQX7Fh1/kOfroo+WRRx4RvvVE2CWXXCL8Igvf9SC+U6dOwi/zrVq1SkaOHCmzZ88Wfu0LAw7fieKXWnbs2CH9+/eXk046SWbOnCn8mpw3HpX4BjQBZUAZUAaUgWrLAB8PP/vssyUMxFVbYvTGlYFCDKhRpxAheqkMKAPKQOVkQEutDMRngF9Q4ZdXtm7dKnPmzJEZM2bIgw8+KNOnTxdeo0ITYwwGno4dO8qQIUNcfF5ennz44YfSr18/p/Pqq68KH3T98ssvUYkBRh6MRuSFTEykXigDyoAyoAwoA2XMwBPr1tnNhRkO/JJtSbJjcyI3N7ckSaiuMlBuDKhRp9yo1oyUgQrEgBZFGVAGqhUDnKzhFav27dsLE1UMLxBQq1Yt4QQP/kaNGrnv7+DnpA4u4NWrYcOGuRM969evJygUdevWDQ3XQGVAGVAGlAFloDwY+OTTT2T48LNk9uw5wi/ZliTPRQsXyldfFd3AKEmaqqsMlBUDatQpK2arULp6K8qAMqAMKAOVkwG+p2OMkb333lvatWsnfDhx8uTJcu2118oVV1zh3IkTJya9ucaNG8vHH38sl156aVJZFVAGlAFlQBlQBvYEA3l5+fL111/Ltm1fyPvvvyeLFi0UNjQW3nijfPbZp3Lh+HFy69KlMmvWVbLBblI8/fRTMm/uXHe9du0aWXn77TJ1yhTncr1k8RL3CvKeuBfNUxlIh4HSNuqkk7fKKgPKgDKgDCgDykAZMTB//nz3ahWvV/FB4y1btric+DbOnXfeKfw61l133SVDhw4VjD8YbDIyMmSKndAOGDDAyaK7zz77yPLly2XUqFGSnZ0tK1asEE749OzZU6ZOner811xzjfB6F0oLFiyQ2rVr41UoA8qAMqAMKAPlxkB+Xp688cYW2bz5ecnMrCft27WX+VfPk8FDhggnVNu2PVhGn3++jB07TjZt2iRr16yVdu3bObn1zzwjxo6Bo0ePlrPPOUd69eot46wRqGHDhuVW/kqakRa7AjCQUQHKoEVQBpQBZUAZUAaUgVJm4IILLpBJkyY5jBs3Lib17t27u/AePXq4cD44OWLECPf6Fa9ade7c2YVziicrK0uY1JIWH1E+x05227ZtK0cddZTwC1g1atSwE+Sx0qBBA6czYcIEZ+hxF/pHGVAGlAFlQBmIMlC2nho1a0jXrt3cd+BatmwpGTVqyPc//BDNlPHKGONeO8bPBgU/GND7xN4yYeIkycgwgmEBnYZQAAABtElEQVQnqqAeZaCSMKBGnUpSUVpMZUAZUAaUAWVAGVAGlAFloNowoDda7Rng4/wrV66UMBBXmKCcnBxZfMst7kPJ9993r7z77jty+eVXyD133+2+J/f8C8/LkiWL5eabbhJOm/Krj0uXLpXVq1fLpo0bY5LjO3H33Xef/BAwCsUI6IUyUIEYUKNOBaoMLYoyoAwoA8qAMqAMKAPKQPoMqIYyoAxULQb4ltuYMWPk7LPPDgVxyATvOjt7tCyyBhs+lHz60GEyZsxYadWqlVw0bZrw+tUxRx8j48aNl6vnz5cjjjxS+vTtK3PnzpNzzz3P+UeMGCmcXCXNcePHO9nMzEwuFcpAhWZAjToVunq0cMqAMqAMKAPKgDJQygxocsqAMqAMKAPVjIHMzHpyXKfjqtld6+1WFwbUqFNdalrvUxlQBpQBZaAYDKiKMqAMKAPKgDKgDFR2BurVqyfHH39CZb8NLb8yEMqAGnVCadFAZUAZUAaKwYCqKAPKgDKgDCgDyoAyoAwoA8qAMlCODKhRpxzJ1qyUgSAD6lcGlAFlQBlQBpQBZUAZUAaUAWVAGVAGSsLA/wEAAP//IV47RgAAAAZJREFUAwAuY9svdQPnlwAAAABJRU5ErkJggg==&quot;"/>
    <we:property name="snapshotTimestamp" value="&quot;1763931771114&quot;"/>
    <we:property name="snapshotAltText" value="&quot;Certification_Tracker, Main  View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98FC0B42-FEDC-47BB-A7BA-A186DB7E4CB8}">
  <we:reference id="WA200003233" version="2.0.0.3" store="en-GB" storeType="OMEX"/>
  <we:alternateReferences/>
  <we:properties>
    <we:property name="Microsoft.Office.CampaignId" value="&quot;none&quot;"/>
    <we:property name="artifactViewState" value="&quot;publicSnapshot&quot;"/>
    <we:property name="backgroundColor" value="&quot;#FFFFFF&quot;"/>
    <we:property name="bookmark" value="&quot;H4sIAAAAAAAAA81WS3PaMBD+K4wvuXgygDGY3BqSzGSatEzJpIcOB2EvoESWXFkmcRn+e3cluwES8po86gtotY/v25VWu/QSnmeCld9YCt6Bd6jUdcr0daPl+Z50sn6nO2m1pmEY9+Oo2QvjZtTEXZUZrmTuHSw9w/QMzCXPCybIEQp/jX2PCTFkM1pNmcjB9zLQuZJM8D/glHHL6AJWvge3mVCakcuRYQbI7QLVcY0QWvsBRmSx4QsYQWyc9AdkSptq3Wm3u33E1uq0IY6DbtiLyCZ3uxbm0/oU1AIbKGkYlwiAZN1+NGn3gm4ngKgTJpBAPyL5lAtTqUzK49tMI+9lnbZgEkTTuNcOWv1mK2QRS7o9BGTKjHYHyHGmNI+ZQKFzRH4ua85t3zvRKrUeq+LEqHksDTclOQBt+BTtiUwDg9M6B1S5sBGaK6zAzzlosC6QUMJd3tCfMvRDiCHPK+Gp3JTllZ0oUnlfe6QKHcMPmN4tLMIV1nKoFaEhlDMmjdnfxHoGCxCoiPgumSjsacFIZxxTgNmgJJAYrfeQrS6dwR5ZjFf0jd15WUPzLJRPpu4F2H1vrm4GGrCKCeXaXz5c2A+AeaRSPKmPYvqSLJiMUboN6BxYXmh4Y0TnzGh+W/v+r5J1nGKbKQEap0evy9i7oPo+MSCtyolgsweA0YnPuZyJqm/eNSp32b2ML5S5YBNBDUBNrrDHUVtCM6UT0IelvcxHXNfNs+VvEfjwK0T333V0NLhab9Pq5gW9501v9YecOuTtorwjy39NoeqVTOb1y+qiaiXsP5dthCQoB27vdwG6xMB2f0fA/d15RGc8R1aCZTkdX3rhUZSA5fAVyk+qrsU15FLWoKjez+K6Xr/PZHfvHL2Sz1a/2UFp0zcqaeXmhpps/XrLQgjfi+dcJBqkpb+tsuN9H8xZmiGOvZrOhZphk1vj80xHjtsON2O6BphJnMX6QafDgrDXSzrQjsLuI2Pcmz9RI9ALHiOJrapW8oad8l7R+1n1Vo0EetGV0sYrYL91iZcCTuz0RxUmz1gMQybdoJg5YBysnm0dCQGx/+2I+kD+7XzvVcMZfn8BpF9L3VcMAAA=&quot;"/>
    <we:property name="creatorSessionId" value="&quot;cab17aff-6878-42cc-94ea-f79b1460b263&quot;"/>
    <we:property name="creatorTenantId" value="&quot;157a18b4-75b6-4854-b030-3eba9da2b7ca&quot;"/>
    <we:property name="creatorUserId" value="&quot;1003200187BBF186&quot;"/>
    <we:property name="datasetId" value="&quot;eede98aa-8b4e-4df3-a38e-dd677a57686c&quot;"/>
    <we:property name="embedUrl" value="&quot;/reportEmbed?reportId=4d48fae1-b5b1-4679-a935-09e0a3968d35&amp;config=eyJjbHVzdGVyVXJsIjoiaHR0cHM6Ly9XQUJJLVNXSVRaRVJMQU5ELU5PUlRILVBSSU1BUlktcmVkaXJlY3QuYW5hbHlzaXMud2luZG93cy5uZXQiLCJlbWJlZEZlYXR1cmVzIjp7InVzYWdlTWV0cmljc1ZOZXh0Ijp0cnVlfX0%3D&amp;disableSensitivityBanner=true&amp;storytellingChangeViewModeShortcutKeys=true&quot;"/>
    <we:property name="initialStateBookmark" value="&quot;H4sIAAAAAAAAA81WWU/jMBD+K8gvvESINj15gwIS4hRF7MOqWrnJtDW4dtZ2ClnEf98ZO1naQrnEsXlpPZ7j+2bs8dyxVNhM8uKET4FtsR2tr6fcXK/VWMRUKTs9PTzePj/8dbJ9vIdinTmhlWVbd8xxMwZ3KWzOJXlA4c9BxLiUZ3xMqxGXFiKWgbFacSn+QFDGLWdyuI8Y3GZSG04u+447ILczVMc1xq5txBiRJ07MoA+JC9JzyLRx5bpRr7e6zWSz1qhDksStZrtDNjbsepgv61NQD6ynleNCIQCStbqdYb0dtxoxdBrNFFLodkg+EtKVKsNi7zYzyPuuylc8jDujpF2Pa93NWpN3eNpqIyBXZLTbQ45jbUTCJQqDI/JzWXGuR2zf6Kn3WFYlQc095YQryAEYJ0ZoT2TWMDitLaDKhY+weY8V+DEBA94FEkpFyBv6045+CDFYWwoP1KLMlnYyn6rH2n2dmwTOYfSw8AjvsZZnRhMaQjnmyrmNRaxHMAOJiojvksvcnxaMdCQwBZgNSgKJ0Xod2ZoiGKyTxeCevkE4L3NoXoXyxdS9AXvEJvqmZwCrmFKuo7unC/sFMHf1FE/qs5i20xlXCUqXAR0Dt7mBD0Z0zJ0Rt5Xv/ypZe1NsMwXA2sHu+zL2KahOhw6UV9mXfPwEMDrxVqixLPvmQ6MKl51lYqbdBR9KagB6eIU9jtoSmmmTgtkp/GXeFaZqnrVoicCXXyG6/6Gjo8HVfJvWN2/oPR96q7/k1CHvEOUTWf5rCmWv5MpWL2uIarT0/0K2EZKkHIS93zmYAgP7/RUBN1bnEZ0Ji6wkzywdX3rhUZSC53AIxTdV1+M6E0pVoKjer+I6X7/vZPfoHL2Tz1K/WUFp0TcqGR3mhops9XqrXMqIJRMhUwPK019WWfG+9yZ8miGO9YrOhR5jk5vj80pHgdsKNwO6BphJnMW6caPB42a7nTag3mm2nhnjPvyJ6oOZiQRJLFW1lK/5Ke8dvZ+Xb1VfohdTKi28Av6bl7Ap4MROf3TubMYTOOMqDIpZACbA6/nWkRIQ/9+PqE/k38/3zAdBaIKeoecNqC6sHObw+wtJISUYgAwAAA==&quot;"/>
    <we:property name="isFiltersActionButtonVisible" value="true"/>
    <we:property name="isVisualContainerHeaderHidden" value="false"/>
    <we:property name="pageDisplayName" value="&quot;Page 2&quot;"/>
    <we:property name="reportEmbeddedTime" value="&quot;2025-11-23T19:22:33.400Z&quot;"/>
    <we:property name="reportName" value="&quot;Certification_Tracker&quot;"/>
    <we:property name="reportState" value="&quot;CONNECTED&quot;"/>
    <we:property name="reportUrl" value="&quot;/links/g4sCYI6fju?ctid=157a18b4-75b6-4854-b030-3eba9da2b7ca&amp;pbi_source=linkShare&amp;fromEntryPoint=share&quot;"/>
    <we:property name="snapshotLastRefreshTime" value="&quot;23.11.25, 20:16&quot;"/>
    <we:property name="snapshot" value="&quot;data:image/png;base64,iVBORw0KGgoAAAANSUhEUgAABK4AAAInCAYAAACx9RFVAAAQAElEQVR4AezdCXxU1d3/8V8gIRBWC2ERFNRgJaCCYmWvRv+CPlWDjz7VKqhVUautWlzqVsBWLW7VqkXRVgV9Hi1W41KEFqIVWVSURZYKiCJ7IsoOYct/vifc8WYyk3WSzPLhxZm599xzzj3nfe9MMr8596ZBMf8QQAABBBBAAAEEEEAAAQQQQCDRBRgfAlUWeCvv71WuE+0KDYx/CCCAAAIIIIAAAggggAACVRCgKAIIIIBAXQkQuKorafaDAAIIIIAAAgggUFaAHAQQQAABBBBAoBwBAlfl4LAJAQQQQACBeBKgrwgggAACCCCAAAIIJJoAgatEO6KMBwEEoiFAGwgggAACCCCAAAIIIIAAAjEgQOAqBg5CYneB0SGAAAIIIIAAAggggAACCCCAQOIL1M4ICVzVjiutIoAAAggggAACCCCAAAIIIFA9AWohgEBQgMBVkIIFBBBAAAEEEEAAAQQQSDQBxoMAAgggEN8CBK7i+/jRewQQQAABBBBAoK4E2A8CCCCAAAIIIFDnAgSu6pycHSKAAAIIIIAAAggggAACCCCAAAIIVEaAwFVllCiDAAKxK0DPEEAAAQQQQAABBBBAAAEEElaAwFXCHtqqD4waCCCAAAIIIIAAAggggAACCCCQ+ALxNEICV/F0tOgrAggggAACCCCAAAIIIIBALAnQFwQQqGUBAle1DEzzCCCAAAIIIIAAAgggUBkByiCAAAIIIFBWgMBVWRNyEEAAAQQQQACB+Bag9wgggAACCCCAQIIIELhKkAPJMBBAAAEEakeAVhFAAAEEEEAAAQQQQKB6AoVz/mzXX/2IzVk5z166ZZiNyS+sckMErqpMRgUEEKimANUQQAABBBBAAAEEEEAAAQSSQqDI1uTfb9ffMsVa9j/M3hv1C3tx3zl2SZ/MKo+ewFWVyWKhAn1AAAEEEEAAAQQQQAABBBBAAIHEF4jHEQaCVv8MBK1Gzbbsa4dZ8389Yv/ueLs9ce8FdlRG1cdD4KrqZtRAAAEEEEAAAQQQQAABBBCINwH6iwACdSJQOPMRu/6+xfbjO66ztu88aXOOHG3PjDmnWkErdZjAlRRICCCAQASBXbt2Gam0wbfffpvUJsk+/mR/PXD8S78f1OX5gP339rFgUZfHvqb7wuv7c6emltSvniXnYPXcIvx6TnYcCKT/4DDrlFpoX6w1a9Ex3QpXfWGFO6vfcQJX1bejJgIIJIHAGf/vdDv+uGNJPoMLL/xpUnuMuOrKpB5/sr8eLh0+LNrHn/Z87y/lnV9Dc8/F6qDVNddcjcVBi/LOGW/bL6+/Hq8qeHluPEfv978bfvVLzsEqnoNr1wYiHknwWSNRh9ii2yV23x+HWdGLj9in2b+2Xxzyho285S+25LvqjZjAVfXcqIUAAgggEHMCdAgBBBBAAAEEEEAAAQRiQaDFsVfYww+da4V/DQSvTvq1XZI+0a6/60VbsrXqvSNwVXUzaiCQ+AKMEAEEEEAAAQQQQAABBBBAAIEaCLTo/Qt7+A//Y42/2Gp97vijXdF+sc1ZVvXIFYGrGhyEylSlDAIIIIAAAggggAACCCCAAAIIJL4AIywrkNnnCrv37gssu2Mvu/ju++3nvVuULVRBDoGrCoDYjAACCCCAAAIIIIAAAgggUKcC7AwBBBAIChC4ClKwgAACCCCAAAIIIIBAogkwHgQQQAABBOJbgMBVfB8/eo8AAggggAACdSXAfhBAAAEEEEAAAQTqXIDAVZ2Ts0MEEEAAAQQQQAABBBBAAAEEEEAAgcoIELiqjBJlEIhdAXqGAAIIIIAAAggggAACCCCAQMIKELgKHloWEEAAgdgS6NO3r834YKYtW77CpcnvTKlWB194YYIpqfINN95oi5cstXff+7dNz3/XtK78miS1oTa9ft573/01ac5U3+tvjRqqROWnnh4fNJCvNwY9V6cP1e176LGeN3+B5ebmVmIENS+ifWvsofvzbOQgD39SnrdnHf/X897wVoPPsohUJ1iolha0b38fa2k3wWa1P2+s1dmvv75eSw8+9FCp177aVr6sX375lbDnhvY7efI7pnNH5b2k9ZtvvtnCHePgAOJ0oXXr1kEnz6cqQ5GZ3mP1GvDXk5W2+fP8yzoO4c55f5n6XFbfNYaq9EFjkqF33uicrEr96pZVX5WqW78m9TRGb7x6nYS+B5bXdn15+fuk/lf1OPvrsxwbAjqGOg/r+hzUe5jO40gKNTm/9JpWitR27OTTk3gSIHAVT0eLviKAQEII6Jdj/aLifVjSD3f9guAfnMqMG/eUvf/++3Z01yyXzjpziL9Iucv+X0guvXS4KanCCb1OsLy8PDv1lB/baTmn2mOPPqrsGqcZM2a4Pqqvd95xe43bq48Gtm7ZYrfecrMbx/Dhw+zIo45yQbTK9CU7O9t9gL7gggsqU7xUmXDHulfP491xKlWwnlZ07ui4zp41yyZNmuR8lOd1p1u3bHvvvXe9Vfesc3rQoEEmR9VV8tdxhRLoQQEUjVUps23bsIGlSMMNteqe3c1uCQSaBg7o7/xWrFjhzkvlR3q96hzSfu/53T2mc0fnseqpP1r/YObMSLuvVr72538Pq1YjUai0adMmk5POr/Hjn7ZTTjm1Sq3u2r3b0tPT7eSTTw7W0we5Nm3amLYFM+NoQcdG711FRUVV7nV9vI/rfUGpyp2NUgXvPU2vE/1srEqznpdeb7169TLvZ3pl2/D/nK5sHb1f3HvwyyH9rK3K7wWV3Ue1ylGpWgI6noUFBe7nak3OQb0H6nyoViciVFJ73vmlfnrnXYTi5j+f9ZpWilSWfASqI0Dgqjpq1EEAgaQW0Ac2fTumb+q1rA86+rCgb8uUr2et65dYbdcPc+Wr/M+vuMJG3nyLZWVl2V/+8lfLe+NN69uvnyngobIe7NCh59nCBQtMvzh4ed6z9ud9M+7V0S8UmkGl/A9mzrLu3bvbdddd72ZaaZv3S4e3L62rX2pL7WpdfVRSeeXVJKld9UcWSr+64YbgTBCvfT2rD9qu/aoPoftUGW1TUjm5qpySynrGypeFyslA+9d2PWtd+dquvMqkObNn26uvTrLsQECqMuWXLFniPkDrQ1BlyvvLlHesVU79Vv81Do1HeXJ7+ZW/uZl4novy/V6ekcp6x+Ke3/0ueBz89VS3Oknuhx9+uH344YfB6srTB+eHH3rQ5BjccHBBY9BYNCaNTdnqt/qpPilf68oPV1Z53ng0RiXVUdKy6tV1uubqEWHHWlE/KrKqqL63vXOXLvb1119X2IdLL7vcnTN6L9JrJ9RS66HHRn30joueNXvL/x6mOl4/6vO5bdt2puBzVfvw6aefmj/gpUDsypUrrUnjxq4pjc8z8dzchsCDtum8DSy6ILf/fNa5qO2hdZXnP3+17pVRfbVVk6RjvHjx4po0Eayrc0Rj1mtLSWPSRr0+NQb1W8tK2q7kLyMbnTPKVxnV1Ri1rnydW8r36oRa+Ne9MmojWqlTx45RaWrDxo2unfbt2rnzQONT8vosh9D3a23z/5z2W3s2oeOXlfczXI7arrZVV+ta1n51zJSnTqmO8nSs1AftV/mk+hc45phu1qJlSzumW7dS78s16ZnOA+8Ya1nHX+eFjr13Hui8Cd2Hymq7kpa1XeVUV234zzu9bnWOqqyeta59+s9n1VGe2tGyyip55XV+aj9qX/n+c1Z1SAiEE2gQLpM8BBBAAIHwAvoBrC36dkuBjQ4dOmjV9E2tvi1TvgJOJ/2o5Bv85s2buw9Tyt+2bZsddVSW6QO9ZkNcccXPLffcc8ybyeJ9s6UG9W3/p/M+1WKppB/2gwcPcQEttakPq/rlQoUaNWpkanNA/36mDy5PPvlEcKaVtisI5u3L/02YxqTZGmpPSeVUvipp4MCB7hcv/XLs9adZs2Y2ZvQomzx5sl1++c/dsvrkDwZ16dLF5WtmSKfDDgtetqd965chzdrRt9nql9oZcfU19vrrr5n6KwvNlJCBvL1vLdX/vn36um+/I1mp/YrSqq++crMxtJ+KytZku/9Yy06GSlrWsQkdl/alWSItWrRw39LqfFPwS1761l+W8lIZ5el5zerVbibOb+++2z1ru+rJTe1VN6n+vHnzygRM1q5Z414Tale/nOoXUz3LMtIx8c4FnSN9+vQxBXkjlfXOLZ3HShqPzhPvvDAz7brO07XXXGvy0PtBZXfut6psndBymkmp2Ueh+f710Peis88+x232LMc9Nc7CeWss/ve2Q37QutR7WKRZYK7xOnjQa0Tnl859nQtV3eXq1V+717leK0qtAh8kv/jii2AzGl/37G7utfbNN9+Ump3lf4846sgjXR21oRl4ev+OVLcic9dQNR5koeDd0qVLqlHbLPR9XOfzyoCFXl96X/G/R3s/bz7+6EOTvbarnN5vZKAOhL6mR958s7LdTEKdUzq3XEbgQXXOP/+C4M82/TzUea0yarc6xzbQbIX/9aWRzh+9P1VYOEIB/RzSuI8KfCEVzkLbQt+vNR7/z2lZezOsn3/+ORty5lkWOn79bPN+hsvH351wr2+Zej9D9btBxygF6vz7Zbn6Aq0OaWWHHnqo/e//vuTeX/Q7ove+XNlWQ1+z99wzxv1+pEv99buDzhn/+aeZqeecc677/cjbh943tKzXmZKWvTwtqw3/eafXpF6/Kuv9HhF6Pquekv8cVHnv9zhtC3fOKp+EQCQBAleRZMhHAAEEwgjoG1p9MNUmfSj5KhDc0LI+kOsbI/0CrG+mVE75+kVEgRYt65cIPVcm6dt+zSAILatvdBUse+DBh1ygKCcnx7xy+oARboZLaBuh6+qrN6bQbWaVy/EumdAHPLmo1rp161zwoqBgo8lJv+z4P+ipjH7pUb76reCKNxZt0ywSfVDUdq3rA5Ke9e22LoPRh4VTTjnV9CFNY5C7/GXTsVMn69+/v0WyUjsVJe1f+1HfKipb0Xb98qZvGtW/0A9I/mMtOxkuW7bMNRluXDrX1K+pU6e4MmvWrnXP6m/nzp1twoSJ7tw49rjjTHkqqw/RKqS64c5TbatqUlv6kOYdF399fYus7crTBywFo9SP8s5f71zQOaKyhxxySMTj551bal+/YMtVx13HW/tQfl0mjVWu2qd+ydezP+mbZ/XRC0j6t/mt/PnRXo70XuRZyk1+clRfvfcWb2zK02tM52S0+1aT9uStD0R6D9MxUH/97ZVnr3Lbt293wUYFf5W+WLlS2cHkf+1qRoH/PUrvTTpXvQ+bhQUF9uMfn2KtWrVysxAj1a3IPLjzKiyob3o9KgAZqZr3WtGx1HJouRkzSi751nuQ3ot0bnrvHXof9L9Hez9v9B7TuXPZ9x21HfqanjlzprPWe5SOi8p4Se343++Vr7Eo8KL3TlkqL5pJH7Z17ijpOOrLAn/7MpKVkpb927TsBQ0uu+xye/xPj9m+ffssnIXaDn2/Vn1/UtDdC6JptrRmslZlejmZBgAAEABJREFU/OFe335THT8Fxvz7ZLl+BTZ/t9n0hYN+5qkneg8LfX/V60TnX7ifHaoT+prVcda51rVrV9P5ozL+80+zo7Wu93ttU9I+tW8tK2lZeVoOl/Qeq/da9auinwn+c1Bteb8vZGdnW7hzVmVICEQSIHAVSYZ8BKItQHsJIaAggT4caDD6RVrflmlZv7hqBpZ+AdY3U8qrSdKHhbPOOqvUDCS1p6DN+vXr3T1vtC8lfXDTtuom/5iq20Z16+mXddXVL0L6Nr8gEOTSupJ+mdO9ZuSsdc3u0bN+MdM9lfr27edmSugXMY1B7vJQ0n1v9CGpulba589+drFpP9pnTZM+4HrfUCqQ429Pgc3TTz+9zLFWmXDj0vi1LTTJa9WqVW42gwy6Z3crcw+zaJ6nChxqtpvG5u+L1gsDH+B/+9tR/my3XJXz97vvvrOKjp+Ok2a6aLyacaUghNtRHT/cdttv3KWl+iAcbtfKVx9Dj4msVD6clfLrMkU6NtE8Z2pzPPpApA9CofuIZO8v99Zbb5ref/R+pGX/tgsvvMjGjB7lZkRopqx/m5Z1mXCfPn3ss0Wfmd63f3jMMbZ582Y3C7GiupHM1W5VU/cePdwl6AoKKfChQFZokFw/K3QeKmm5on1o9pZm/ahcn759nVGB7z1a+ZV531E5L2m/2r/W/cEgteN/v9d2vdfpvVz+mm2rPig/2kntakZUaLteX9VfLYdu94IGem/Xa1ljqOg9OLQNb70w8J6pS821LyX9nKjp+NUfv6n3u4u3T57rV+A//1nqOuD9bqPjo5/5LvPgQ2Xevw4WdU86lzVzdvny5aZZfMrUjCsv4K6f21rXe4+2KWmf2reWlbSsPC2HS5cFArWV/X039Bz0xqr3zXBtk4dAeQJxGbgqb0BsQwABBGpTQB9qNL1Z3zSNGj3GvA/K+tZMHxaU3y3wTVJ5fdAvuNque1zpG1592MnNzTV9yNC3a3rWt93PP/+cjRhxtZs9o3aVr19k9W2afuFXXqRvovVLgfqj9rSv8pL3C7naU1Lb5ZUPt8375ln1K7NPrw39Uq06+rClb/M1bm+bnPQNsTcDRN+8axq8titYpcse9M2gTDQGfehUW0rqg/IrY6X2lDS7wNuXDDR9398flamNpHFqX/5jrV8ste9w44rUB7UjD1nKQN+I6pdYf/mqnKf+euGWTzmlZLZbuG36ZVv56oeSxqYgYFWOic7hio6ffvnW7DrtQ8dM+6zrpMsudEmUXm/qh1JV+qIPqOqz6ilF+mZdZSIlfcgo7xvySPX8+ZGOTbhzRuea6nrvYVquj+TeA+YvcO+RMtf5onFUtS+qo/cfBQ+07K+v2Qne+4Ler/zbtKyAmS79088CvS/p54PMtK2iutqX+qy+69hHej9XWxWlv73yiguuKeihGY66DM07tyqqG2m7ZmzofnXqm95X5syZUyYYrnOhovcdr33NgtUY1Z7a1c9Tb5va8b/f6+ed3sdVVv7ah7y88tF41j7Uvsam46/33Jq0qzGon2pP7YZ7D/a3r/c4vW9onLLWzzjVU9I5oXwt+8fv/33B31a4ZfVHM+NUX+2EK0Ne/QqMf/op05eU3vHRz/yq9Cj0dy99CaJzUL8/6jWm80jvQ94+9LP4zTffcIF1bz/ePtUHJb0PenleGf95p/c3nbcq6/99138+e/V0Dvpf1zrHvd/jvDKVfaYcAgSuOAcQQACBKgjoF2d9A6wPB/rFQB9Y9I2SfsgrT+lHJ/V295ZSWX1w0A9u7UIf5lVOy8r3Zl/ol2UtK09l9KwyXr7aVAqX733Tq3ZVV/WUtK46ytOynpWvZ61reWjuucEPIWpb5ZW87SpTmRTaT+1DeWpf9f3LstC+ZKNtS5csCX7YUj3laf/+ZfVJSe5ePW+auz40qo6S2lU5Ja++9i1b5XlWKusl3VRbZbTur686Xr62VTb5+17ZOiqnfWmf6qeS+qJ8JS0rT8kbl2xVR9v9+9Syyil5XqFltU0p0nmqNpX8NlrXvtW+lhVw1bPXBy2HJn+/NTavrJ61rj54x0Ttqn214T9HwpVVnsaksjofNE61pTa1rPr+9lSuNpM+BGgc6oOXtP+q7DOSlcanbRqT196FF/7UXYLrretZrwMFbr1Apcqrnupru561rnyty1p99FsqX+ty1Dg0JpVXOa0reeeMyqo9lVUdrddHWrt2ramf6lt1+uI/x2WipHFozN6yntW+ksavbRqzdw7K6OQfneTeS+Wsc1Bl1E5FdVVGbanval9jUXvKr0lSm17/KtuO6sjDX94bj/qm5I1LzxqbV1br2q6k8aue8rwyGpPOl4cfeih4vMKVUx21oaTyqq9lJW3z9hetZ+1DbStpX1VpN5yX6qufak/JG6OOhcp72719eWW1LjOVVz0lbVO+lpW0rvpqR+eL+q5lta26WpezyqieV17Lqq97kCmoumbtWhUhxYiAjple9zpGOoZV6ZaOv84F1VXSsVYbOvY6J3Q+aVlt6vdVlVF51VOezh1vWfW0XUntaLu2qYy3rLoqpzZVTknviV55L1/rWtaz6mpZZZXUJ/VNSW1p/CqjsiqnZRICkQQIXEWSIR8BBBAII6AP7JoRoW+a9I3TtGnTynyIDFONrCgK6FtofYOsb/G8X3qi2DxNVULA/wttJYpTpJYF9DrQt+TepSG1vDuadwI8IBDbAgpka9aXfl/RLDBdSktwILaPGb1DAIHIAgSuItuwBQEEECgjoA/s+tZJ3xwp8UtgGaJKZ8hO37JVusLBgqqD/UGMRHhiDFER0OtCKSqN0QgCCMS9gGa1aIaLfl4qaYZL3A+KAVRZQLOm9LtrlStSAYEYEyBwFWMHhO4ggAAC1RWgHgIIIIAAAggggAACCCCQaAIErhLtiDKeaAjQBgIIIIAAAggggAACCCCAAAIIxIBALQeuYmCEdAEBBBBAAAEEEEAAAQQQQAABBGpZgOYRqB0BAle140qrCCCAAAIIIIAAAggggED1BKiFAAIIIBAUIHAVpGABAQQQiI6A/uqdUk1a018vfOrp8TVpolRdtfd63hul8liJroD/LzjprzhNfmdK2B2onLbl5uaG3V6fmTpvlaraB9XRX6/S2Px1NU5t8+dVZlntTM9/13TeVqZ8aJl777vftO/Q/NpY79Onj9Wkr16f9PrUeJW0XFMDr92qPstNflWtF8vly+ubrGVeXhlvm16zOs/17OWFPmubDHX8QrexjgACCCCAAAIlAkWr3rQ7rxxt/95Qsl7RI4GrioTYjgACCFRCwP/hR3/ZS6kS1SiSIAL9+w+wceOesvfff9/015uU4vEvOOm8VdJh8Z/TWjeziE+7du+29PR0O/nkk4NlFAxo06aNaVsws5IL+mtYp+WcavpLSNUJBNx5x+1WV/5z5swxr6+RhicLeUbaHi7fbxBue23ljX/6KevVq5cReCkrnJeXZ/orbXouu7Uk56QfnWzz5s0zHb+SHB4RQAABBBBAwAnsXGPzZi6xwv2Bta1rbMWKL2zNzqLASsX/CVxVbEQJBBBAICigD9Hz5i8wzajRs9Y1o6R79+523XXXm5Y1W0HPqqRv3lVWScvKu+HGG91sEH1zr3yvrLaVl/Thd/GSpW7fakv7Vht6Vj21o6QPnMpX214ftZ1UewIDBw60hQsWmAIm/r3oeCgpT8dFx21A//5atUsvu9wdS/8x0rmj46bk1VPAQzN6VO7P48aZdw5420PPC9d44EH7Ujsq/+BDD7lzzn+uaF9en3S+KD3z7F/cOay2vXN68uR3TNu8uqqn7YFdlPr/6aef2imnnBrM69Yt21auXGlNGjd2edqX2lGflLw21J7GqPEpX+uqoDz1e+TNt1hWVpb95S9/dTOwtF3llFRH/VLbGq/aV1I91ffaefmVv0W0lo+2e/1Rnaom7UvHQX3Tsvql/mld/bsscKzlqXytq6/arn2rXqT9qS1t1/g0LtXRuaD6akf1tKx8ry2VVZ7qKl/1lKeyGqPylNQ35Wu71r2+KShTVFRUKgipurGaNFb1X0ljUj81dh1T5XnjUn64ssrv1KlTqVlzMlcbepar2pGdvNSG7LUv5StpWe1ou4J+H3/0oTtXday0f6+u3/rmm28utU+1obbVjp7VrvatPiiPhAACCCCAQLwLFC37m4258xF7b03lglX+8RK48muwHH8C9BiBOhbQh7pePY93s2oUqNC365qhsnjxYnvyySdMy16X9EFEy5p9o6RlL69Dhw726quT7NZbbrYjjzrK9EFI2yMlfSAaPHiIC4yora+//to6d+liK7/4wtQHbc9s29Zef/01u/aaa4Mzf55//jkbcuZZkZolP0oC+qD/6bxPy7Sm46HjouOj2Ug6bh/MnGnNmze3rVu2uPNo8uTJNuLqa9w5oA+9w4cPc/mawaTzQs9rVq82nXdNM5qazkGdAzrX1G7oeaEPuvqgXFhQ4Nrpnt3N/v73v5fpm5ehvmimmGaSFATqKF9te+f0WWedGTzPtO2oI49055mW/Wn16q/drCv1WalVy5b2ReD89MrovNT5qr5rjJ0OO8x9uNf2LoFzeczoUe411KdPn+BsnzVr1tjDDz0Y+EZuhV1xxc9t1Vdf2aBBg9zrRu14dmrDPw7VU56S/Fq0aOEs9JodOvQ8Z+21o3Y7duyoolFJoWPZsHGj6XUoz16B9w69Xr1jo0Bn3z59K9yv304zvPT+oUp6PwnXliy882vbtm129tnnmMrqXJSbkvatdnXsta4+eu8Vqtu2bTvtIuaTZtap/3r/zc7Odv0Nd8y1IVxZ5et8kesJvU7Qqino+t5775rW/a83t/Hgg/alfWrfslS29xpXHa03a9bMdF7r9RRqndX1aPPvU+1NnTrFHadwx1TtkRBAAAEEEIg3gaJlL9rIK++3Od/VrOfBwFXNmqE2AgggkBwCChR435r37dfPOpXzgVfbdMmIJ6Nl5Wn9q8AHcF0GpQ+1+mCpvPJS+3btTB9WH3jwITdzJCcnx/TBUsESfeDRByYFT/SBSR9OL7jgAldOs8AOP/zw8ppmWxQE9EFZxyO0KR0PHRcdH81GWrp0iSuiY66gllY0O0PP/QcMsM6dO9uECRPdsTv2uONMwUnV13FWmXFPjXOBG83iUHAo0nnRomVL8+qoXnlJffH6EKmc2tJ5pqBYeuPGLngWWnb79u3uEikFhpS+WLmyVBF/n3QZlYJxnpkCSrJSYErjLVXRtyKPb775Jrh/r9/qW6RxqD0FBNTMmrVr9eRcvXbUFwVv3IYoPFQ0Fr0H6L1DM2r0eu7YqVMwUGcR/vnt3nrrTVu/fr0rGa4tz8I7vxQEUWGV1XuQlr2UCO8VCtLKUu91ujRV79HhjrnGHK6s8pV0Lsnj8ssvN71nfvjhhxb6elM5L70Q+FLgsssud7MRtU8L/PO/xgOrtm7duuC5qrZD35f9+9R7iPap41TV8yZcSr0AABAASURBVEP7IiGAAAJVFaA8AnUhULR1tS1ZscYKdxZZUQ12SOCqBnhURQCB5BPQBxXNlNK37LNnzSoXQB+SNYPGK6Rl5XnrVXlWgEsfVjVDS/tW0rf8+qCjDzx9+/YzzRBQm/qgOmnSJDfDROU0y0D5pNoTWL58uZ111lnBGUT+Pem46PjoOOl4aZuWFYTRsmbg6HnmBx/YqlWrTLORdNy6Z3dz93jSNi8pyKKZUWNGj3KztH7QurULYoSeF5oxo9kiXj09+/epD9HKq2xSkLVo92475ZRTbcmSkuBbuLoKqmgmldrXsr+Mv099+vY1lSso2OgvUuHyqkDAV8EJBe1U2LMrr08qF5pC29FrM7RMba3rPUDvHTrGSjqeOq7l7c9vpyBo68BxV/lwbUWyUNnQcRYWFFg8v1ccffTR7h5qctTspz179oglbFLQVfdbi1RWgVPNiBw85EyTi46Jko6P93rLPjijSztQec2g08+D2277jZvFp9eIXivaHprUZqi12lCQTftUUFH703Gq6vkRui/W61yAHSKAAAII1LIAgataBqZ5BBBILIFNmza5e1npG/5uvg8x+rCob/z1jb43YgWWtKyySvrg4uUpv6Kk+yapnpIu9dGskXvvu9/NxvFm3OiDjj7w6FInLyjizRJQPSXVqWhfbK+ZwN///qo9//xzNmLE1e74yF33qVGrOi46PjpOOl7KU7rssstdWQW8dENsfYhVGW/GlWb2KcCjsl7S+aW2NVNHZf/6l79YuPNC54AuQVVZ3SdHwQ5dlqRzVHkK/nhtRnoOPac1g0r1QgNS/voan2ZS6VzXsn+bv08ao/oT6UO+v55ctK57XCnYp9lRGr/Gocv97rlnjDZXKalNXbbotVOlytUorHNAdnrderNs1H8lHdOKmtTsqeOOP96dLz/72cWm2W2qo/cTBQnVjlJ5bams6qickt4XdExkqHUl5amMZngVVDGoqHo1T1VrYceOHe5eXOq7Xk/l1VawUq+D8spqRuQRRxwRvBRWniqv80SvN70mvH3o9a1tes0rOB1ulqFXVs+RrFVX+9R5oXI6TpU9pipPQgABBBBAIJYFWnQeYr/45QXW65B0S69BRwlc1QCPqgggkHwC+lChb+yVfnRSb9O9S6Tg5Wtdy3pWvmY7qaySl6cP60Nzz9Vm04d7ldEHaZdx8EFlumd3C86aUpv+PH3T79XRNs0KUFuqrmeta59K2q663j5VhhR9ARn7j5mOq/aiy/n07H0w1fE5LedUd88qHZ/QY6k8JR1DldVxU9tqQ+eQtinpuCpP27z9em3NmT3b/fUzldO2xx59NHh/NOXp3FV9ta9++s8l7UPtarvKeuu6hEnBHtXRdn+65uoRwdlhKq+k7WrDW1Y9jUltKmlbaBn1Q/1RWf+4lRduHGpPZZVURvXVpsar+lrWs9a1rH16/dGz+qEZbronlGa6qEx1krcPf/vqi/qkvimpr97xUb72raR+aJ9eG+qrlv15akt1VX7atGnWqFEj0yxMlQltS/tSnupou9pXv7SsfLWhpDyVVb+0rqQ8zWbT7DwF21QnltPatWtLvY70utKY5CdH9V1jkoE8PEM9hyurS1f15YTKqq7qyUVJ7ahtGWq7npWv81JBMQWb/EFd7V/9UDtKqhtqrXyVO/lHJwUvKVSe17baVx+UR0IAAQQQQCAuBTJ72dn/fYp1ygj0Pr2xux9q49TAchX/E7iqIhjFEUAguQQYLQI1Ebjv/vtNN17X5UT6sFuTtuqr7mmnnWZ///tr1qBhQ3vkkYfrqxtR3e/xxx9vE198yf2lxd/+dpTpxukKTER1J1FsTJe5aYaP0rHH9rDx4592Qe8o7iLYlG7Qrll8CrQEMxN8QTMbNcPRm/1Y1eHqta1gUzKZVdWI8ggggAACCKR3+4W9MvVJO7tj1edeEbji/KkrAfaDAAIIJJ3AHbffbvpAq1kV8Tr46dOn23//93k27JKLbcGCBfE6jFL91jg0Hh0bJc0YK1UgxlZ0/qifSuecfbZNnDCh1nooC+2v1nYQgw0r4KTZUJqJpSBUDHaRLiGAAAIIIBBvAuX2N73TKXbFLy+xPm0qF8QicFUuJxsRQAABBBBAAAEEEEAAAQQQqC8B9otAAgockm1n/PdgO6pF5cZG4KpyTpRCAAEEEEAAAQQQQACBeBag7wgggAACcSlA4CouDxudRgABBBBAAAEE6k+APSOAAAIIIIAAAnUlQOCqrqTZDwIIIIAAAmUFyEEAAQQQQAABBBBAAIFyBAhclYPDJgQQiCcB+ooAAggggAACCCCAAAIIIJBoAgSuEu2IRmM8tIEAAggggAACCMS4QOvWrW3yO1NsxgczXXrwoYds8ZKltmz5CnvhhZK/vHjvffe7dX9ejA+L7iGAAAIIIFC3AnGwNwJXcXCQ6CICCCCAAAIIIIBAWYHmzZvb+++/bwMH9Le2mW0tLy/Pju6aZZdeOtxyc3OtV69eNnz4MJeXnp7u8sq2Qg4CCCAQHQFaQQCB2hEgcFU7rrSKAAIIIIAAAgggUMsC27Zts48/+tDtZdxT42zQoEE2b/4CF6Dq3KWLde7c2SZMmOhmXR173HGmPFeYh1gXoH8IIIAAAggEBQhcBSlYQAABBBBAAAEEEk0gecYzZ/ZsN/NqzOhRNuLqayw1NdVWrVoVnHHVPbubPfboo8kDwkgRQAABBBBIEAECVwlyIBkGAggggEAtC9A8AgjEtIDua6V7WT3w4EM2b948e/ihkmdvxpXuhdWnb9+YHgOdQwABBBBAAIGyAgSuypqQgwACtSxA8wgggAACCNRUYNOmTXbWmUPcfa3Ulu5rpftbKd15x+3KMj1rXUn3wdKsLLeBBwQQQAABBBCIssASm3TX7XZnpdIkW1KFvRO4qgJWDBalSwgggAACCCCAAAIIIIAAAgggkPgCMT7CApvzyiSbVKk02wqrMBoCV1XAoigCCCCAAAIIIIAAAggggEC8C9B/BBCIvkBfGzVrts30pVeuOSqwm8H2cJm8QHYV/hO4qgIWRRFAAAEEEEAAAQQQQMAnwCICCCCAAAJOIN1aZGZapj+1TDez9NL5Ls+q9I/AVZW4KIwAAggggAACCNSOAK0igAACCCCAAAIIlBUgcFXWhBwEEEAAgfgWoPcIIIAAAggggAACCCCQIAIErhLkQDIMBGpHgFYRQAABBBBAAAEEEEAAAQQQqLpAp5+9aDNnjbY+vqqZObfbE3+60rJ9eRUtEriqSCha22kHAQQQQAABBBBAIKoCk9+ZYsuWr3BpxgczrU/fvlVqPzc311RPz1WqWInCL7wwwZQqUZQiCCCAAAKJJsB4SgQyWlhmZgvTna5KMszSj+xrZ5yZbZleRiWeCVxVAokiCCCAAAIIIIAAArEnsHXLFrv1lpvt6K5ZNnBAf5sze3aVOpmXl+fq6blKFStR+NJLh5tSJYpSBAEEyhFgEwIIxIvAbPvDKadYTsR0v81xQ1ljfz0vy44+7y+2xq1X/EDgqmIjSiCAAAIIIIAAAgjEicDreW/Yy6/8zc3Cmjd/gXmzqe69736Xt3jJUrdds6E0Q0uztlRG21VXdTSLS+sa8g033miqozyVVZ6SlpWnbSrjtaUZXErPPPsXN+PKy1fbKq9tyvO3oTy1p3aUX0uJZhFAAAEEEKhFgSIrXLvG1kRMhVbk9l5oBRsCCxsKrDDwVJn/BK4qo0QZBBBAAAEEEEAgKMBCrAi0aNnSHnjwIReQUuBH/UpPT7cWLVq4WVgLFyywoUPPc8GrQYMGudlZV1zxc+vYsaOF+9elSxcbM3qUPfnkE9anTx/7+RVX2ODBQ+zOO2537X399dem4JKCWoUFBS5P2/r2KblEsXnz5vb++++7WVwFge3ePpSv2WGaGbZt2zY7++xzTG1ou/JefXWSdejQQaskBBBAAAEE4lTgFHv44OX7+qKmbHrEfuxG1st+8+6nNnfa7dbLrVf8QOCqYiNKIIAAAgjUlgDtIoAAAjUQUDDIu1TwrDOHuJaKiops6tQpbnnN2rXuuXMgIPXNN99YXl6eu5xQwSW3IeRBgS6VWfXVV6Z2DjnkEBdQ8oJjOTk51rZtO+sUCHz17dfPBcy0rWOnTpadnW0KSn380YchrZrLf/3111y+Al5aUBvz5s3Toj326KP21VdfuWUeEEAAAQQQSHiB9BbWIqPyoyRwVXkrSiIQ0wJ0DgEEEEAAAQTCCygQ1aZNGzfzSiV69arcd7zfffedrV+/3s3U0swoJc2wUkBs9qxZbsaV8nR/rSVLlqjpSie14fVDlyoeeuihla5LQQQQQAABBGJPYIlNuut2u7PSaZJV9icngauyR5scBBBAAAEEEEAAgTgQ8F8qOM93P6vQrmsW1covvgheVhi6PdK6glGavXXvwftjeftQ8CqzbVs340qXQuh+WZHaiJT/1ltvmi4hVP1Ro8fY9u3bIxUlHwEEEECg9gRoOWoCBTbnlUk2qdJpNve4ipo9DSGAAAIIIIAAAgjEpIAuD9SMJ6VePY93lwIOzT3XXXqnDivA5P1lPz2r3PDhw1zASDOe9FcI1YYCW/6yWle+tusyvu7Z3dzsKm8falvb1Z6S2lZZ5amutnvthearrLYpXzO1VP/555+zZs2amWaGqS4JgfgUoNcIIJDcAn1t1KzZNrPSabT1qSQYM64qCUUxBBBAAAEEEEAAgfgU0F/x01/u0+ymCRMmuntOKXhUn6O54cYbg3+t8Lrrrrdp06a5wJvrEw8IIIAAAgjEnUC6tcjMtMxKpxaWbpX7R+Cqck6UQgABBMoIHHvccWXyyEAAgdgSoDcISMA/u0kznDQzSvn1mfwzudSn+g6k1acF+0YAAQQQSGyBNc+eY0d3/bX9u5rDJHBVTTiqIYBAcguMGjXannvueRsVeE4SCYaJAAIIIIAAAggggAACCEQW2DDV/njTMDvzlFMsx5d+Ok63YZ9qIwN5Zz46L3L9CFsIXEWAIRuB2hOg5XgXULDq/AsusBYtWpietR7vY6L/CCCAAAIIIIAAAggggED1BQrtpZuus3Fvz7Yv1q6xNb5UuFWtFtnWQN4X/wps12oVUnwHrqowUIoigAAC0RBQkErBqvT0kiuy9ax15UejfdpAAAEEEEAAAQQQQACBMAJkxbjAYvt0rlmLnzxi+SE3aH/lmqMCfR9sDyv/+UusU2CtKv8JXFVFi7IIIJDUAk2bNrU5c+bY3XfdabfecnMwaV352p7UQAweAQQQQAABBOJCgE4igAAC0Rdoa506BgJX7Q+zTqE3aG+ZHthd+sGbt1f+pux28B+Bq4MQPCGAAAIVCezYscOmTp3i/upTXl5eqWfla3tFbbAdAQQQQCChBBgMAggggAACCDiBbLvpvRWWf1svt2Y7t9rWopLFTle+acuWP2I/Llmt8iOBqyqTUQEBBBBAAAEEoi9AiwgggAACCCAZd195AAAQAElEQVSAAALxLVBkX/zvdZbTI8uOPv4E6x14Pvb0YfbHf7ubXFV7aASuqk1HRQQQQCBGBegWAggggAACCCCAAAIIIFDHAoWvXGlnjppqa6yFdTqk5PLA9K2f2rgrB9ud/z44/cqq/o/AVdXNqJFEAgwVAQQQQAABBBBAAAEEEEAAAQQqElhjb70026zzJTZh1qeW/4fBgQqD7eGPZtsTPymySU9NssJATnX+11Xgqjp9ow4CCCCAAAIIIIAAAggggAACCMSXAL1NSoEVtnipWfbFV1qfFn6AFnbG2aeYzf3Ulvizq7BM4KoKWBRFAIHkE9jV8oe2r11Pks9gR6tuSe2xrVH7pB5/sr8etrU8huPvez+oy/Nhd8uu2B+035aaicVBi8qcg1sbtIpjL34HqcwxjvUym5tmcQ5W4TWr45l8nzoSY8SNG5od1bFTmcEUblht1qKFlYpnlSkVOaNB5E1sQQABBBBI/cFh1vaI7iSfQVHDZknt8XX6MdY89xFSkhqce/mv7Te/f4RUDwbn3jLMmv2+e/VTAtX94Q09OAercA62/HUrzpsEOv/j8X2g3429ec1W4TWrn7ONGjXig0jcCXS3nieZzfvMP6/qU/vLdYMtZ9Q8y8w91w7+vcEqj4zAVZXJqIAAAskkkPblNPt2zkskn8HWuX9LWo9N8962jcf9ylY3ODypUzKP/6pBHW3EKYeT6sHgZ4OybPUp/0sKGBx9chPOwSqcg4NOOIbzJnDe8Pqpv/ePQd3a8ZqtwmtWP2cPP/zwZPrIkSBjzbTB191uffettjXBEa2xOf9cY5ln3G8T7qhu2MqMwFUQlAUEEECgzgXYIQIIIIAAAggggAACCCCQEAIt+lxh99422NzFgv1H28xZs23uosWW/+QFdlTD6g+RwFX17agZUwJ0BgEEEEAAAQQQQAABBBBAAAEEYkIgvYVlZmZai/Sa96Zs4KrmbdICAggggAACCCCAAAIIIIAAAgjEugD9QyBqAu/ZyK5ZdnTE9Gv7dzX3ReCqmnBUQwABBBBAAAEEEEAAAQQ8AZ4RQACB5BZIt8yOnaxTqZRpLdwlgunWomOmVXfyFYEr4x8CCCCAAAIIIIBADAnQFQQQQAABBBCIO4G+9pv33rP8Umm2zV38qb1yTba1OGOI9anmmAhcVROOaggggAACCMS+AD1EAAEEEEAAAQQQQKAeBRq2sF43Xmm9JvyNSwXr8TCwawQQSAYBxogAAggggAACCCCAAAIIIFB1gYaHWZ/zT7DMqtd0NZhx5Rh4qEsB9oVAPAscd9zxduttt9k9v/udjR4zxqUx99xjd919tw0YMCCeh0bfayjQYGeBHfJSjrUZl+VSizeHWcrendZk/ni3rvzWfz3RUgsXBffkbWv27q3BPBYQQKBqAs1vK7bMriWpTe9iSw28xBrlWzBP27x8tewvr20qq3yljGdK2lEZrcdbys/PL3VT3OHDh9nOnTtt0aJFdlLvE922Z54ZHxzWbbfd6vK8ctoQ2ka48t6Nd1VfdeI16djrHPBSy+HFlrLTTOeQzhlvXeNTWeVpm5KWQ+upnM4d5etc0joJAQQQSCaBNW/fb3fe9Yj9c8PBUX+3xP757F/spbmZdsHvL7Dsg9lVfWpQ1QqURwABBJJZoFmzZrZr1y77+6uv2qeffGqf/+dze3HiRNu0aZM1b948mWmSeuwNdm+2lq9faHsP7W3fXLvCpa3nTLSGm1daxqdP246+t7q8TT//xPZl9jD9axAIdDVe/LIWLW3dXNO6W+EBAQQqLaAgQdpcs02zzAqXp9g3c1NsX8lLzIpbmn33eorbdiCw3GRicbDdPX3NvlmQ4ursySnJblBYbI1LXpKmNrVesiU+HhVguubqEfbU0+Nt2fIVLk2YMNEyMjJKDWDGjBkumFVYWGDLly2zww47LLhdAa7bbr3Fbrn1Vlf/tdfzbPzTT5va9gr16dvX5i9Y6PaTP326qY63LZ6eFVhqeXWxbXm65DzQ+bNlQooV+7gazTZr8tL3503o+Ly6Xj0FtNKnl5RKm2EuCGb8QyB6ArSEQIwLfGFvjfuLTW3Y185oH+jqzvfszv86x64fe7+NuaivXf/21kBm9f4TuKqeG7UQQCCJBRo0aGDHHX+8de/e3bKysqx//wGWmpqaxCIMPW31B9agaIvt7jE8LEba1zPc7Cv/xtSCRa7O9kH3uGet+7ezjAAC5QukbDFTkGD3hWYHMlPKLxzYuj8r8FDO/9TPUqxBoM1t95h71rrFyT8FoV55+WUbet55lpNzMBIXpu/avnTJElu5cqV99tki27p1q3Xs1ClYcuLECdYtO9suvvgSl9ejRw/LOe0084JdLvPgwxdfrLCWLVtau3ZtD+bEz1PKVnNByt3nmXmBy3C91/aMp81SF4XbWjav0exiU5BU51DaErOGK8uWIQcBBBBIXIHVtmKZ2Y/793VDLMx70iYVZtoZtz1p1/Y3++f4SbbGban6Q4OqV6EGAggggMDWLVts85bNtm37NjfbqvhAMShJLNBg+1o7kN7SDjQt/QFOs6t2nnC1NVo721o/e5x5lw+KqtGXU2xvm2zbc8Tp7rnxwufKBLdUjoRATAvUY+dSiswUvNp3VIqF+6dthwwtttb9zLbfmWI7r/q+nGbStDm+2HS5lxeUSJ9abHuzA4GM0809N3m+2HTZWLi2Yy1v48YC2xL4uaQvUxTEOv20HHcJoJ617vW3Z8+epmDT7NmzbOrUKfbDY47xNrlZWOvXrw+u+xfWrV1rO3Zsd1lzZs+2nscfZw8+8ID99MILLTOz9PueKxTjDw22FZuClApmambdD04rdpeW6lnrXveLBqdY0WlmTR8InAs7ir3s4LNmbOmyQM3807miWVZ7e5vtCZxDB1qa+Wf5BSuxgAACCCSwQOOGZkV7Aj+gbYm9+Nd5Zr2vs1FXDrabfnaO2dLF9kU1x07gqppwVEMAgeQVOHDggH311Ve27PPPbcXyFbZ06RLbf2B/8oIwcjvQrGNEhV09R7jLBHW5oAJYjRe/6C4L1OWBWv/BC/1cYCvtmyXu0sKIDbEBAQRKCRSnm+lywFKZvhVt06WCmjXT7N5AoKLw+8DDnr7mLhX0Li1UsEKXByqgpUCXnuNpxoxmPSkgpeErkDRter673E/r/tSuXXs7sXdvN4Pqk7lzbciQIcHNuqSwQ4cOwXX/wqEdO1rTps1clnepYLjLCF2BOHg40DzFzYxSVzVb79vpKbbjVq2VTTtuNmu41izjL2W3eZcKbhub4mZX6Zxp/Jq5YGnDry0uLzk1/iGAAALVFuhrfQLB/n/ed4mNvPImG7fK7IzhF7gbshd+szrwZhr4wV3NthtUsx7VEEAAgVgVqNV+bd26xdJS09zlGAMHDbLeJ/W2S4YNs5YtWga+7a7+ddu12mkar3WBfZnd3eV+GR8+FHFfezv2s+L0wFfwgRK6LLDh1q9t65njXVBr8/l5gVyztLWz3DMPCCBQCYFAHEUzpEKDUqE1dw1LcbNrmkZ+eZouC1SgwQtEKOBlgX+69CvwFPP/FaxSQEr3o6ronlODBw8xzZrSoI7tcayegsnbNmfOHJentnQfq4EDB5a5V5YrEKcPxS3MNDOqMpcBKrCly1FTF5c/WO9c0bnj7pf1dIrpnNK5ZfxDAAEEkkIg3c4eebtlfzvP3vr3F2bH3m43nREIVhXNsxdfL7ROuadYn2o6NKhmPaolhQCDRACBUAH9Ev/IIw/b6FGjzJ/+8If7bdasmaHFWU8Sgf2tjrAtZ79g6V9Otza+vyqYun6utf7riS6v1au57pLAoh+eZ7oscH+Lw21f2x5OaH+rI922cPfCcgV4QACBMgLFDc22PpVi+zuWzHDRJVv+S/+8CrpZ+86rzRq/ZtYovyS30WwzXSqoOk3/XGxNni+2/Yeb7Tu2ZFbW/iMDgY1sM136pUvASmrF9uPYsQ+4+1GdNzTXXSaoS/n8M6W83h97bA87/PDD3cyrtu3aednuWffH0s3ddZN3/eVAtTXi6qvtqqtGuO16UNBLlwpqm/9+WNoWT0mzpHQZoC4ndefBA+bOpeKmKWWGseviFNMsvTIbDmZoxp5u7K9Aqs4dZetc0jmlS1C1TkIAAQRiXyAKPTzyCsv79FObOetT++y1K+yohoE203vZTZPes/w/DLb0wGp1/jeoTiXqIIAAAggggEBpAd3PatPPP3EzqPSXBfVXBfd16G2heQeatDFt++7ifDuQ0dY1UpyW4fKUr2WXyQMCCFQooL8Ap7/ophkuSt6lf7rhtresRnR/K21XvgIWWvbSjl+kmNrQ5WKaXaPyXrvK17Ly4iEpeOX9RUE9T5hQ8lcFdZP1j+d+YgpMaXaWLiVUWV0eqDJKWtYYVUZ1veQPWqmOl69nfz3VjbcUei54x1vBTp0/Ol80Jp0D2qY8bVPSsrdd543OH5VRWdXx8rQPrZOSTIDhIpDMAhktLDOzRbWDVOHoCFyFUyEPAQQQQAABBBBAAAEE6l2ADiCAAAIIIEDginMAAQQQQAABBBBIfAFGiAACCCCAAAIIxKUAgau4PGx0GgEEEECg/gTYMwIIIIAAAggggAACCNSVAIGrupJmPwggUFaAHAQQQAABBBBAAAEEEEAAAQTKESBwVQ5OPG2irwgggAACCCCAAAIIIIAAAgggkPgCyTZCAlfJdsQZLwIIIIAAAggggAACCCCAgARICCAQBwIEruLgINFFBBBAAAEEEEAAgdICKfvNWg4vtua3FQc3ZDxTbJldv0+N8s1SF5m16f19nrYrX5X0rHUv+dvS9nhL+fn5dnTXrGAaPnyY7dy502677VaXp+0a0zPPjA+ue9u8el6ZRYsW2Um9T7TTT8uxwsICVasgxd9mHW/v2Osc0bnijSLDdy5527Rdy16dloHzL2WnuXPQy9Oz2vXa4RkBBBBAoOYCDWreBC0ggAACCCCAAAIIRE2AhqoloEBDxtNm372eYoXLS9KenO+b2vJ0in2zIMX29DVr8nyxKeCgrcUtLVhn29gUZcVlUjDqmqtH2FNPj7dly1e4NGHCRMvIyLBRo0Zbn7597fnnn7OvvvzSXnn5ZRt63nmWk1MCpG3zFyx0dby8iRMn2JYtW+zrr7+2zz4LRP/iUiVyp3W+pE///tjvvNqs1WXFLtCpAJXOpR23mjuXvpmbYvt6fN+WziWdY1smpFhxRkm+ziudX9rW+DUzBUVLtvCIAAIIIFBTAQJXNRWkPgIIIIBAzArQMQQQSA6BBoXF1vhls6LTrFSAIdLoD3SwYMAhUpl4yteMqNBglL//Cl5ddtnlNmf2bLvpphvdpptvvtk9h3tQe5/MnWvX/uIXLuA1deqUcMXiNi9lq7nzRcEqLyC1O9fsQCCI2Wh2cXBcaTMsGOC0KvxTMPRA2ypUoCgCCCCAQLkCBK7K5WEjAggcFOAJAQQQQACBmBVorTSVSAAAEABJREFUsDHFGmwx259lEf+1vLrY2hxfbHsHmvlnVqUE6h0ytNhdYqhZOBEbiOENGzcWuNlRWVlZpqCTLu/TpX961rq6rplUQ887zxYvXmw/vfBCy8z8PrKigFbP449zlwbqEkHNsNJsq//3/86wgQMHWv706aZ8tZMIqcG2YtP5Em4sDVeYC34qqNVotrlzxrsk0Cuvcymza+nLVINlA+eZ6noBMa8OzwgggAAC1RcgcFV9u2rWpBoCCCCAAAIIIIBANAUOtCt2s2XKa1OXcOnSL10CpkvBvLKaHeNdXrjzqvi8VLBdu7bWsmVLNyQFpKZNz7dbbr3VrXsPunfV66+95lY1O8sLaCnDu1Tw47mfWI8ePUwzrBS4Om9orj34wAMuKDZ79iwVTYh0oHlKxPPFC37qXNDlgDpnFJRq8tL3M7F0LmmbPwDqXSqofNVNCCgGgQACURCgiWgIELiKhiJtIIAAAggggAACCNSbwIHMFNvb2yw0KBXaIe9ysKYPFFfrErDQ9mJlXcGqE3v3tvFPPx12ZpSCVPfd+3t3X6vXXs9zgaiHHnoobPdVVpcJDj3vPHfPK937SoGtGTNmuBu9h60UZ5nFLcydL7q8VJeZqvuN88w0C2tP3xStBpPWFdwMZrBQfwLsGQEEklaAwFXSHnoGjgACCCCAAAIIJI6AZr/oHlfeZX+6lCv0BtkKcG2/M8X8M2j8lwqGXhIWTzpjxz5gOaedZpolpcsENVPq0I4dLSWlgY0cOdIFq4YNG+5mVI24+mrT7CvNwgodY15enrsh++DBQ9wm3R9LlwsuXbLEVq5c6fIS4UHni4KdrftZyWWiT5ttfj7FdImfZuR5fz1Q59PebLNdF38f0PIuFfzBacXmBb4SwYQxIIAAArEq0CBWO0a/EEAAAQQQQACBGBege/UoUNzQTH/VTQEIrxta1qVaXtJfFVQgQn8VTssqp2dt1+Vc3rLWldSe91fiVDbekoJX3l8U1LP+qmCbNm1Mz95lgBrTVVeNcLOpdN8r1dF2BahCt2ldSeX99ZWXCMl/vugc0bmicelZ6zonlLzzIjT/2+kppmCo2vHKqD4JAQQQQCC6AgSuoutJawgggAAC1RKgEgIIIIAAAggggAACCCBQVoDAVVkTchCIbwF6jwACCCCAAAIIIIAAAggggECCCBC4KudAsgkBBBBAAAEEEEAAAQQQQAABBBJfgBHGrgCBq9g9NvQMAQQQQAABBBBAAAEEEIg3AfqLAAIIRFWAwFVUOWkMAQQQQAABBBBAAIFoCdAOAggggAACCBC44hxAAAEEKhBo2LChkTDQOdCgQQNLKd5vqQ2M1MDiy6CBRaW/+w5U8IbB5loT2B+wTz3QyEiNzA40rDXnhGz4QAPOG1479XoOHAicg8Y/BBCotkCDatekIgIIIJAkAvv37zfS9waHHX540nocOHDAilMamoIXJEtKBwUtk+StL+aG2XDbYbb/0cWkgIHNGx5zxyemO7TgEs6bwHnD66f+3j8arOsd0y8ROodArAsQuIr1I0T/ElmAsSGAAAIIIIAAAggggAACCCCAQDkCCRK4KmeEbEIAAQQQQAABBBBAAAEEEEAAgQQRYBjJJkDgKtmOOONFAAEEEEAAAQQQQAABBCRAQgABBOJAgMBVHBwkuogAAggggAACCCAQ2wL0DgEEEEAAAQRqR4DAVe240ioCCCCAAAIIVE+AWggggAACCCCAAAIIBAUIXAUpWEAAAQQSTYDxIIAAAggggAACCCCAAALxLUDgKr6PH72vKwH2gwACCCCAAAIIIIAAAggggAACdS5Q54GrOh8hO0QAAQSiLHDuuefa9df/0q677nqXtKy8KO8mbprr3LmzXXnlVc7Cb3L++RfEzRjoKAIIIIAAAggggED0BWgRgWgIELiKhiJtIIBA0gh07drV2mRm2hNPPG5PPvmES1pWnraVB5Gbm2vz5i+wZctXuPTCCxPshhtvtNfz3iivWlS23Xvf/Tb5nSlRaSu0kczMtla0p8hZzJs3z959N9+mTp1iLVu1DC2a0Ospe3daizeHWZtxWS41e/dWN96Mj/5oDXYWuGXledubzB/v8hp9le/KK1/11U5q4SJr/dcTg/kq4wrzgAACpQT02tBrR8l7/XgF9BrTa85b17Py/OX0elOZ8l6jqkdKPAH/++whL+UE36c1Up1X/vNEeSp/yEunmp61rqTzSWW1rGedh0qhdbVd9bz3dW9/Ou+0rDpKak9ldV6qDeUpHTxHzV9W+V55f9vh8lRf7ZIQQACBeBUgcBWvR45+I4BAvQooSNW790mmpOWKOnNDIEA1avQYe/755+zorlkuXXrp8IqqRW37nXfcbmedOSRq7YVrKDs72w499FDr1Okwy8jICFckYfMa7N5srf72E9t93OX2zbUrXNp+6gOlxqsPNfsPyXLbVGZXzxHug1KjL6fYpisXuvyt50y04rQSux0nj3R53146y1RGH2RKNcgKAskusL/IvTbCvX4UEEjdON9S9mx3rzOPqjitmRWnN7fGi1/0soLP4V6jwY0sJJZA4NxpvGiCfXfhO+599ruL8+1ARls3Rr3X6j23OL25Ndy80uV5D3sPPcmafPpnUxkvT88631Qn3Lmo7SofaX9FXc92ffD/XAj380T9Uz9VTvvZfcx5VnR0rju/M2aPDY5FP1u0z/TPX7MtZ7/gfr7odaDglvJJCCCAQDwKELiKx6NGnxFAoN4F0tLSgn3wLwczQxYGDx5ikydPtscefTRki1l6errN+GBmcBaWCijQtXjJUpenbX369nWzs6bnv+tmbWnm1q9uuMEtawaXZlSpnp41g0vbla9ZXcpXe8rXsspom5LKaSaY2teMLJVRvrdPla9MSrEUS031mzSqTLWEKZO2+gPb3f1C29MlJ+KYDjRta+6D9N6dwTL6EK0PFKEfjoIFAgsqE3gKfFDarqfYSvQGgXoUSGmQapFeP6kFi2xfu54upS/LK9XL3cde6l6LoR/kw71GS1VkJXEEGqa7seg8cQu+B70f63236Ifnm4JNvk22r23JORUa+FT5SOei6ntfSITbn7b7k87Xin6epK2dY3uOGOKCbWrzQPMO9oMX+rlZugrAKpCWsne77W91pPsyRGNJWzvLvxuWEUAAgbgSIHAVV4eLziKAQKwILFmyxObO/dglLVfUr61bttjHH30YtliHDh3s1Vcn2a233GxHHnWUKZCkAFf37G5uZtY333xjJ598sqvbrFkzGzN6lAuCXX75z93yk08+YdnZ2W67Hrp06eLyhw8fZp0OO8wFvJSvpLYHDRrk9qWZXwqmjbj6Gm2y5s2bm/qp/G3bttnZZ5/j8ivzUGzFtnDhAlu3bp2tWbPatmzZXJlqCVNGH0r2duxX7nj2ZfawXSf8wn4wcaB5l22o3vach0zflusSEH3YCG1EH6L0gUgfjEK3sY5AMgsUpzS0SK+ftDUfmF6TSmUDxk3da1EzUvx+4V6j/u0sJ5aAZsVqlpQu3/MHMRXg2dtpQCBI1cMabFvvZjT5R767+yXW8LsVpfIr814eaX/py99yASdd+qegk97rdd769+lf1uwt9Xtf2x4uu+HmFe5ZM7E2n59n6Z+/ain7drk8HhBAAIFEESBwlShHknF4AjwjUKsCy5cvt28KC8vcnF152hZp5+mNG1vnQEAp3PavvvrKzcTasHGjKWCkMgowaTaUZj91797d2rZtp2wXGMrLy7OCgo32VaCellcFnjVrS7OmVGjhggWm/DmzZ9ua1auDdbVNfVAgLC/Qhta9YJoCX9r366+/pmwrLCi5J5NbqeChsLDA0hulu5uz9+rVy049Ncc0w2zL5i0V1Eyczfog0WBHxWb6YLzp55+4b8r9wStdIrhl6MvWbNrI4Iehph8+7D7MNP/nr2zHwNHuW/PEEWMkCERHQAGD0NePghCNl71hrV7NdanR2g/LXPKl1+KBZu2t0VfTSnVE+aGv0VIFWEkoAQWTvh02w13+p/NGXx40XvyytXhnhJvB1GjtbNOMJv+gdc7t7jE8UOcpf7Z7jw49F0sVCKyE7i+QZUW+SwU1a1czpcr7eaIvMzTz68DBSxv3t8oyXYauttwMq0bNLGXvDq2SEEAAgYQRKCdwlTBjZCAIIIBAVAXeeOONMjdnV155O9GsrMsuu9zNpiqvnLftwgsvcrOmNPtpxYqSb1O9bRU9Z7Zt64ookKUZVwWBIJfLCDwoyNWmTZtgP076UclMLvUvsLla/1etWmXPPvuMuzn7k08+4Z51w3rNIqtWg3FYaV9md2s683emDz6V6b73TbkCXl55fQjZ/4Ou5n1g8e5xpXuaaJtXjmcEECgroNeI9/rRjJltOQ8G7xukZeWF1tLMGc3MCs3XerjXqPJJiSegQJQuK9V7r4JUukxPs5eUNIMp3DmiAKcCn5p5FSriPxdDt2ndvz+thybNtirv50lqwULb1/a4YDX/Ja4KammGrvqgZ62roMagdrVMQiCyAFsQiF0BAlexe2zoGQIIJJCAbo6uy/IeePAh0ywqpRdemBBxhEVFReaVVaApYsEwG1Re7U+YMNHNuNJlh14xzbR6//33g23rssF77hnjbea5mgL7Wx1h28543Fq+dambJdVmXFbwckCvSV0ConylQ14+0/SNfcre7aX+SpQ+COkDkVeHZwQQKEdgf1GZ149mnCiY4AWeVFvLaV/PCM5mVJ6SAgi6T1DaurlatXCvUZVxG3lILIHAudPC91dgdc5otlNogEfnU4MdG8J+KaEbo3vnjmZq6XJvvb8rHWjW3vzv5fqSItz+hOq/VFAzcVUv0s8TtZNaMN8UrFJdJZVX4K31s8e5n0G7TviFHWjSxl0O6/1M4meLpEgIIBDPAgSu4vno0XcEEIgrAQWvNIPKS/qrggoqDc09141Dl/bpL/8puKRtXrkfndTbVNdf1r+s8qqn+mpo6ZIl7t5Yqq92lOcvr7a0TWnggP6mekpqQ22pvOqpnJZJlRPQhwddYqRv6ZW2H/yrgjt/dJPp2299KFK+ksqpvPI1o0p5St5fg9K23d1/VrkdUwqBBBYod2gN0y309aNAk157em15dbWsS7j0rNeVXl/eNr0u1Ya2aVmvQyXvNeqV4znBBALnjs4JHWslnTMa4Y4Bvy0VcNL5tG3wn12ezhudP3bwn84ZnTs6b7xltaXkvZcfLBq8jFDblLz9hdbz8rUvnYMqq+Tlqz9aVj2vbT1rfyqnOqqrPD1rXfnarjwSAgggEK8CBK7i9cjRbwQQQAABBCovQEkEEEAAAQQQQAABBOJSgMBVXB42Oo0AAvUnENt71iwpzZaK7V7SOwQQQAABBBBAAAEEEECgcgIErirnRKnaEKBNBBBAAAEEEEAAAQQQQAABBBBIfIEajJDAVQ3wqIoAAggggAACCCCAAAIIIIBAXQqwLwSSTYDAVbIdccaLAAKG19YAABAASURBVAIIIIAAAggggAACEiAhgAACCMSBAIGrODhIdBEBBBBAAAEEEIhtAXqHAAIIIIAAAgjUjgCBq9pxpVUEEEAAAQSqJ0AtBBCotECzd2+1NuOyXGrx5jBL2bvT1fXnH/JSjjXYWeDy9ax1r47KaUNq4SJr/dcTXTvetkZf5WuTS03mjzf/upa9ctrmCvGAAAIIIIAAArUiQOCqVlhpFAEEYkGAPiCAAAIIJLbAgaYd7NtLZ9k3166wredMtOK0DFMwav8hWS5P+dvO+JM1nTE6GNQq6nq227bpyoWWsme7KWi1L7OHbfr5Jy5f7e0+5jzb27GPC3gp0NV09gNBSAXHGn05xe1XZdO+nuHKBQuwgAACCCCAAAJRFSBwFVXOhG2MgSGAAAIIIIAAAjEvoCBUcVoz29VzRLCvCkrta9fT0tbOCeZ5C8WNmtmBpm29Vffc6MtptrvHcBcEO5DR1r67ON929L3VbdNDw80rA9sC9QLbtH3v4QMttWCRNpEQQAABBBBIBIGYGwOBq5g7JHQIAQQQQAABBBBAoDICDXastx+80M9d4qeZVqqj2VZ6jpTSl7/lyv9g4kAXoFLwySurSwlTC+bb/lZHelk8I4AAAjUQoCoCCERDgMBVNBRpAwEEEEAAAQQQQKDOBfyXCm4/teRyvobfrSi3H96lgjtPuNrS1s4qVVYzp/YcMcR0yWGpDazUvwA9QAABBBBIWgECV0l76Bk4AggggAACCCSjQCKPWZcFpuzdbv4bputG6roPle5Z5R970dG5pnzNsvLyUwsW2L62PbzVsM+6tLDht8vdfa10vysFyiqqE7YhMhFAAAEEEECgUgIErirFRCEEEEAAAQTKCJCBAAIxKLBjwGgXkPL+6l/jhc/ZtjOfLjOLSpcI7j7ucms2baQpAKUAVoMd6wPlmpU7Kq+eLlFs/exxphlayiu3EhsRQAABBBBAoNoCBK6qTUdFBBCIngAtIYAAAgggUHWBnT+6yUKDRrrMT39hUH9RUEnLylPrKqs6Wlba0yUn+NcItU2XG3pltd1Lu3qOMJX11rWstpW07OXzjAACCCCAAALRFyBwFX3T+m2RvSOAAAIIIIAAAggggAACCCCAQOILJMkICVwlyYFmmAgggAACCCCAAAIIIIAAAuEFyEUAgdgVIHAVu8eGniGAAAIIIIAAAgggEG8C9BcBBBBAAIGoChC4iionjSGAAAIIIIAAAtESoB0EEEAAAQQQQAABAlecAwgggAACiS/ACBFAAAEEEEAAAQQQQCAuBQhcxeVho9MI1J8Ae0YAAQQQQAABBBBAAAEEEECgrgQIXNWVdNn9kIMAAgjEpcCePXusyxFHJGU67PDDbfCRZut+RUpWg0YN4/JlmxCd3rvf7KhDjHSI2e59CXFI62wQl/TgPTtZ37NjZdwntK+z050dxa4APauBAIGrGuBRFQEEEEhGgUaNGtlXX36ZlGn111+7Q9441YyUnAYErtxLoF4e0gJBwy++MyOVvPbq5SDE6U4z0krMeN9OFIf4G0eT1Dh98dBtBGJEgMBVjBwIuoEAAggggAACCCCAQJ0KsDMEEEAAAQTiQIDAVRwcJLqIAAIIIIAAArEtQO8QQAABBBBAAAEEakeAwFXtuNIqAggggED1BKiFAAIIIIAAAggggAACCAQFCFwFKVhAINEEGA8CCCCAAAIIIIAAAggggAAC8S1A4Koyx48yCCCAAAIIIIAAAggggAACCCCQ+AKMMOYECFzF3CGhQwgggAACCCCAAAIIIIBA/AswAgQQQCAaAgSuoqFIGwgggEASC3Tu3NmuvPIqu+6664Pp+ut/aeeff0ESqzB0BBBAIKoCNIYAAggggEDSChC4StpDz8ARQACB6AhkZra1oj1F9uSTT9i8efPs3XfzberUKdayVcsKd9Cnb1+b/M4Uy83NdWVvuPFGW7xkqS1bvsJmfDDTtN1tCDxo2V82kMV/BKohQJVEE2gyf7y1GZcVTI2+yndD9Oe3/uuJllq4qEz+IS/lWIOdBW7bIS+d6p5doYMPaqvFm8MsZe/Ogzk8IYAAAggggEBdCxC4qmtx9ocAAggkikDIOLKzs+3QQw+1Tp0Os4yMjJCtZVfvve9+mzBhonXo0CG48bFHH7Xu2d3s6K5ZtvKLL+zss89x28KVdRt4QACBpBZo9u6t1vC7FfbNtd+nPV1ynElxWjPbfH6e27Yt50FrvGhCmfzvLs63AxltXf7+5p0sbe0st6wHBavSP3/VDjT//j1K+SQEEEAAAQQQqFsBAld1683eEAgrQCYC8S6QYimWmpoWHEZaWqPgcqSFO++43YYPH2br168PW6RFy5ZWULDRbauorCvEAwIIJJVAStEWS9mz3XYMGF2pce8/JKvccnsPH+SCYJqBpYINN6+0iuqoHAkBBBBAAAEEalcg0QJXtatF6wgggAACYQWKrdgWLlxg69atszVrVtuWLZvDlqtMpi4H1KWCS5YsMc3AqkwdyiCAQHIK7O00wIrTMkyzo1q8OcxdLqhLBKWRsne7tXo11+U1+nKK7eo5QtmBst/nq47qakNxWlMXqEotKLmksNGX/7I9RwzWJhICCCCAQGwK0KskESBwlSQHmmEigAACtSVQWFhg6Y3S3Y3Ze/XqZaeemmODBw+xLZu3VGuXZ505xF0qqLZeeGFCtdqgEgIIJIeALhPUSIsDwaut50y0rWeO16pL3qWC3146yxpsW+/uZaUNXr4uL1Qd1VW+UtHRuaYgV9q6Dy1lzzY70DRT2SQEkkCAISKAAAKxK0DgKnaPDT1DAAEE4kJg1apV9uyzz7ibs+sG7UpPPPG4vfrqpBr1Xzd6r1EDVEYAgYQWKE5vaZpV5c2wijRY3cNq7+EDLX1ZXqQiwXyV1eWBTeY+YUU/PC+YX6UFCiOAAAIIIIBAVAUIXEWVk8YQQAABBGoioJuw6zJBpUGDBtm4p8bVpDnqxrkA3UegIgHd3yrt6xnucsA247Ks6czfm2ZNhdbb3f0SUzn9lUAFu7xLCP1/bdCrs7djPytOb277Wx3pZfGMAAIIIIAAAvUoQOCqHvHZNQIIIFBHAjG7mzmzZ5suDczLy3N91E3Y9RcFlQYO6G/a7jYEHrTsLxvI4j8CCCS5gC7z0+V+uuxPyf9XAnd3/5nty+zhhLxy+ouDuteVyipt+vknrozKqbwKa3nb4D+7e2dpBtb2Ux9wy9pGQgABBBBAAIG6FyBwVffm7DGuBeg8AggggAACCCCAAAIIIIAAAgjUlUD9Ba7qaoTsBwEEEEAAAQQQQAABBBBAAAEE6k+APSNQAwECVzXAoyoCCCCAAAIIIIAAAgggUJcC7AsBBBBINgECV8l2xBkvAggggAACCCCAgARICCCAAAIIIBAHAgSu4uAg0UUEEEAAAQRiW4DeIYAAAggggAACCCBQOwIErmrHlVYRQCBBBIqLi61p06Z1l+JgX/v3H0haj4wmTcx2fmdFRUWkJDZIkLe3uBtGauC31vbNzEhmGWlxd/joMAJJLbB9jxmp6gZJfdIw+FICgV8BSq2zgkDCCDAQBKIhkJKSYjt27CD5DBo2bJC0Hjt37bJlawrtD3/4AylJDaLxvkIb1RPo1NxsyQiSDC47rnqG1EIAgfoRePITs8OfIFXFYO22+jlW7DU2BSoTuIrNntMrBBBAAAEEEEAAAQQQQAABBBCIpgBtIRBzAgSuYu6Q0CEEEEAAAQQQQAABBBCIfwFGgAACCCAQDQECV9FQpA0EEEAAAQQQQACB2hOgZQQQQAABBBBIWgECV0l76Bk4AggggEAyCjBmBBBAAAEEEEAAAQTiSYDAVTwdLfqKAAKxJEBfEEAAAQQQQAABBBBAAAEEalmAwFUtA9N8ZQQogwACCCCAAAIIIIAAAggggAACiS9Q9RESuKq6GTUQQAABBBBAAAEEEEAAAQQQqF8B9o5AkggQuEqSA80wEUAgegLnnnuuXX/9L+266653ScvKi94e4qulzp0725VXXuUs/Cbnn39BfA2E3iKAAAIIJK0AA0cAAQQQiF0BAlexe2zoGQIIxKBA165drU1mpj3xxOP25JNPuKRl5WlbpC7fcOONtnjJUlu2fIVL9953f6SicZefmdnWivYUOYt58+bZu+/m29SpU6xlq5ZxN5aadHjfvn02bdq/7KUXJ7r05ht5tmvXTtdk6LbZs2fZkiWLXTmvvJ6Vp6RlL6msa4QHBOJDgF7Wo0B+fr4d3TXLpZN6n2iLFi1yvSksLLDTT8tx+dr+zDPjrTJ5t912q6ufqA9+L89FY5XbaTmnBv2Up6Tyw4cPs507S97bVU7OqqskV5VT0rLylPx1tI2EgCfQZP54azMuy6XWfz3RUgtLXrPa3uirfJev7S3eHGYpe3e67SqnPCWVUZ3QPNUnIZBIAgSuEuloMhYEEKgzAQWpevc+yZS0XJkdz5gxI/ih4c47bq9MlSqVeeGFCVafAbHs7Gw79NBDrVOnwywjI6NKfY/3wkVFRTb5H2/bMcd0s4svGebSOefmWpMmGS54Fbqtb99+lp3d3ZXrdcIJ9uNTTnXLyktLS7MhZ55lF19S0o5sFMzSMwkBBBCIJKBAyfPPP2fzFyx0X5B8PPcT69Gjhwu+XPjTn9qjj/3J5esLlKuuGuGa+clPzo6Yp3a2b9/u6rvCCfYQ6uV30VA7dupk/i8OFKz6+99ftQ4dOmizc/nt3XfZ5HfeCRquWLHCFNxSgWbNmtlrr+e5bQMHDrQ5c+Yom4RAUEBBq4bfrbBvri1J3134jmXMHmsNdha41OjLKbbpyoVu+9ZzJlpxWsnvVjtOHunyVG9PlxzXXrg8t4EHBBJEgMBVghxIhoEAAuUI1MImBRe8Zv3LXl5lnie/M8UUbFJZLSvo9HreG/byK39zv+hqhpZmaml7n759bcYHM13+vPkLLDc317Rtev67pvUPAtv69utnF1xwQeCX6CmqUqcpxVIsNTUtuM+0tEbB5WRY2LB+vWV17RoI2nUqM9wvv/wy4rYyhcNk9OzZ07Zs2WKatRVmM1kIIICAmz2lL0cefvhhC/3iYOLECXbnXXe7IFZVqRR8adeubVWrxXx5zTaL5OV1ftCgQaZAlMoqb+XKlZaVlaVFl15//TW753e/N806dhmBh5tvvtnNOFaQK7Aa/L9hwwZr2zbxHIMDZKHKAg12bzYFrXYMGB2seyCjre0+7nJLX5YXCFI1s5Q9263h5pXB7SwgkMwCBK6S+ehXY+xUQQCBEoElS5bY3Lkfu6TlktzyH/WNq77R9QJS99wzxjIDv8g+9fR4KywoMM3CSk9PtxYtWriZWePHP23nnHOuKWh17TXX2vvvv+/ynw98o64ZORb4pw8VY0aPsgED+tvsWbNs0qRJdtaZQwJb6vZ/sRXbwoULbN26dbZmzepAoGVz3XagnvfWMDXV2rVr73qxadMme3XS31z5sYI8AAAQAElEQVTSsgKb3jZXoIoPXhBw7949VaxJcQQQSCaBE3qdUCqI4o29Q/sOduyxPbzVUs9vv/2W+7lydNes4EwhL+/HgwbasGHDw7ZZqpE4XfF76ZJIGejZG07Tpk1doOqzz0ou3Zr2r3/ZGWcM9jZb82bNA+/7kYNRmq123tBc56tlzX4LVmYBgYDAgaYdAgGqkllUgdVS/zW7anvOQ24G1iEv5bgZWF6Bph8+7C4h1OWBukxQ+eHylE9CoKYCsVKfwFWsHAn6gQACcSGwfPly+6awsMzN2ZWnbeUNQt/u6hfj7tnd7LFHH7U5s2e7b2Z1qeG4p8a5qrrkTPeH0sqHH35oWm/frp0LcGk2lQJfugH64YcfriIuUJSXl+eW6+tB30anN0p3N2fv1auXnXpqjg0ePMS2bN5SX12q8/3u37fPdu3a5fbbunVrO/+C/7EuRxzh1vfu3Rvc5jKq+LD3YMDKC2BVsTrFEUAgSQTWb1gfvPeSf8jbtm+zjRsL/FnBZf+lgjk5JZcceXkjrr7a/JfKBSslyILfa+zYB9xlffoyyD88zW7Wz2T9PJZj27aZwc1aj+SqQmrLu1RwcOBnoj8opu2kpBMoM+AGO9ab7ltVZsPBDAWvdInglqEvW7NpI4PBK++ywE0//8T2ZZYEpcPlHWyGJwQSQoDAVUIcRgaBAAJ1KfDGG2+UuTm78qraB82k0i+zCnhpRpXqa8ZV27bttGgnn3yyaX3Dxo1uRpZmUynwpVQfs6pcp8I8rFq1yp599hl3c3b/DetffXVSmNKJmdW+Qwdb9NlC0wyr0BG2a9fePpn7cdhtoWVD13V54MyZM+2www631NTU0M2sI4AAAk7Au1xtzJjRbt3/0L//ALvxhl+ZvmTw51e0rKCNvnCpar2K2q359pq3IC9d9hfOy9+6V04/24YOPc+/ybSue1x5Pro8cOTIke6Lm9DLNUtVZAWBgMCBxq1s/yFZ1vSD71+zmj2VMfdPVnR0bqDE9/91CeH+H3S1BjvCB6C/L8kSAokrQOAqcY8tI0MAgRgT8C4V1KypF16YYL/97SjTX+HTpX9HHnWUu7G6ZlidddZZ7l5WI0ZcbW+++YabmaUZWYMGDXL5qn9vmL9K+Om8T00fNHS/rBgbesJ3RwHGk350sr2bPz34lwL37t1rmn2lNGDgoFLbypvFoHpT3pns2nnl5f9zN3zv1KlTwhsywHoQYJcJJaBZQxqQvtxQ0l+701+900yqO+68y/r36+cuW9M23ZhcZctLCtpcdtnlpmCMgjLllY3Hbd4N6uWhdPlll7pgVOhY+vbtZ82bN7cjjzyy1CZd+nf9L38VdO15/HEmL3mroC4P9C4VvO/e35vuf6V8EgKewK6eI9xim4N/VbD5P39lW88abwcy2rrZVbpE0Nt2oFn74Owq77JAbdMN3tVIuDzlkxBIFAECV4lyJBkHAgjEtIAuDdQlgvrlWOnSS4e7e1Hpvla6ZHDggP7uHlcaxPPPP+c+XKi86inPK6O6SqqnbUNzz9Vml7SuOrE0G8t1LAkeNEQFqHSJ4MWXlPw1QH3YUb5Seduys7uXuqm71r029EzQSoIkBBCojICCV/pyQ+njg39VUPUUTFGelxS0UWDqxptu0uZgCs1TvQkTJpa54XuwQpwvRPJSUOqii37mRqflJ5/8szOQj+p4M6rk45nqWeuuUuBBxspTmjY9P2HvFRYYKv9rILD91AeCfyHwu4vzXdBKzSl4pXX95UAlL8ilSwN1iaDylJQfLk9tkBBIJAECV4l0NBkLAvEvwAgQQAABBBBAAAEEEEAAAQQQCAoQuApSJNoC40EAgXgU0AwqzZyKx77TZwQQQAABBBBAAAEEEKgPgcTeJ4GrxD6+jA4BBBBAAAEEEEAAAQQQQKCyApRDAIGYEyBwFXOHhA4hgAACCCCAAAIIIBD/AowAAQQQQACBaAgQuIqGIm0ggAACCCCAAAK1J0DLCCCAAAIIIIBA0goQuEraQ8/AEUAAgWQUYMwIIIAAAggggAACCCAQTwIEruLpaNFXBGJJgL4ggEApgX379tm0af+yl16c6NKbb+TZrl07XdKyl79kyWJT2fff/7dt2rTJteFf17K/ndmzZ7kyPCCAAAIVCeTn59vRXbOC6ZlnxgerFBYW2Omn5ZTaVpm82267NdhGoi1E8lq0aJGd1PvEUlay9NtqWXmhZdVmojkxHgQQQKC+BQhc1fcRMDO6gAACCCAQ3wJFRUU2+R9v2zHHdLOLLxnm0jnn5lqTJhluYJ07d3F5P73wItuyZYvt3bvHunfvYYsXL3JBrA0bNlibNm0sI6NJmXb69u3n2uABAQQQKE9AQZTnn3/O5i9YaMuWr3DpqqtGuCoKrlz405/ao4/9yeVru7ftJz85O2Ke2tq+fbupvmsogR7K89Iwfz1ypHOZOWuWzZgxw3Jzc936Lbfeak89Pd4te4b+slOnTrGdO3eqCRICCCAQVoDMqgsQuKq6GTUQQAABBBAoJbBh/XrL6trVOnXqVCo/dCU1NdXS0tICH2p2WevWrd3y/Pnz7D//WWpHHHGEffnll5VqJ7Rd1hFAILkFNHNKwZWHH344EAAvCZj7RSZOnGB33nW39ejRw59dqeVmzZpZu3ZtK1U2XgpV5BU6jg4dOljTps1Cs8use2V27NheZhsZtSJAowggkCQCBK6S5EAzTAQQQACB2hNoGAhItWvX3u1Al/+9OulvpqRll3nwQZcObt68OfDBsonL6dmzp61bu9bN1NLsLAW1vHZcAR4QQACBSgqc0OsEy8wsCTDp8j5dyqZnVe/QvoMde2z4oNXbb79lR3ctubzQu8zNy/vxoIE2bNjwYLtqK1FSeV4a4yOBIKAML7rwQrv55psD79tlA4Iq508rV640zVDzAlj+bSwjgAACCFRfgMBV9e2oiQACCCCAgBPYv2+f7dq1yy1rJtX5F/yPdTniCLeuh1WrvnL3vfrH229br8CHSwWplK9nXUbYuvUPtGp79+4NtuMyeIg/AXqMQD0JrN+w3rxL1MaOfcBeez3PNFtK3dm2fZtt3FigxTLJf6lgTk6O2+7ljbj6akvU++yV5yUE7/K/E3v3ts8+W6SsiMkLct14w69s9OjRlQpyRWyMDQgggAACZQQIXJUhIQMBBBBAIBYE4qkP7Tt0sEWfLQzebD207wpO6d5XCmi1bt06dHNwXbOtPpn7ccR2ggVZQAABBHwCmmmVlZVlY8aM9uV+v9i//wBTUEWXyH2fW/GS7uukSxCrWq/iluu3REVe/t5pxtnf//5qMCjo3+Yte0GuadPzE3J2mjdOnhFAAIH6EiBwVV/y7BeBuhNgTwggUMsC6enpdtKPTrZ386e7mVUvvTjRzZ4qL0gVrksqP2DgoFLtJOpsh3DjJw8BBKov4N0oXJe3KV1+2aU2dOh5rkHNpLrjzrusf79+pf5SnttYzoMCPJdddrmNHDmy3MBNOU3E7KbyvPyd1n3BdFl3pKCgvyzLCCCAAAK1I0DgqkquFEYAAQQQQCC8gIJOmlGlmVVK3l8D1OWAx/fsGb5SIFfbVCaw6P5Hasdt5AEBBBAoR0CXCOovBip9PPeTUjdjV/BK+V5S4EaBqRtvuqlUi6F5qjdhwsSEvPwtkpeCVRdd9LOgi6xUVhlalomWlULLKo+EAAKJIsA4YkWAwFWsHAn6gQACCCCAAAIIIIAAAggkogBjQgABBGogQOCqBnhURQABBBBAAAEEEECgLgXYFwIIIIAAAskmQOAq2Y4440UAAQQQQAABCZAQQAABBBBAAAEE4kCAwFUcHCS6iAACCMS2AL1DAAEEEEAAAQQQQAABBGpHgMBV7bjSKgLVE6AWAggggAACCCCAAAIIIIAAAggEBRI2cBUcIQsIIIAAAgjUskBRUZEtmD+/1F42bdpkr076m7304kSX1qxZ47YvX77MtM2tBB6WLFnstqvcm2/k2a5dOwO5pf/Pnj0rWMZrp3QJ1hBAAAGz/Px8O7prVjA988z4Uixav+22W0vl+esMHz7Mdu7caYsWLbKTep8YbEdlSlVKkBV5eF4ar8btDU1j9rbJ5ZtvvjHZFRYWuCJ6Pm9orrNShtZVTs8q568rU5UhIYBA7QnQcmILELhK7OPL6BBAAAEE6lHg+J497eJLhtl5//3ftnr117Zv375SvVFAasuWLa6Myp1zbq41aZJRqoxW+vbt58pEakdlSAggkNwCCsI8//xzNn/BQlu2fIVLV101IoiigMr8+fNt+/btpmVt0PPUqVOCdSZMmGgZGSXvQb8eOdK1obZycnJUPKGSvFasKHHSGCe/84498MBYZxPOpU2bNm78n322yD1v3FhgzZo3t4KCkkCW1rt27WqZmW2tQ/sONnPWLOfnN3UVY/+BHiKAAAIxJ0DgKuYOCR1CAAEEEEg0gbS0Rm5Ie/fucc960KyrvXv32kkn/UirlUo7d+6ytLQ0S01NrVR5CiGAQH0K1N2+FWiZMWOGPfzww8HAU+jeFXDpGQimK+Xl5bnNTZs2c4GslStXuvVkeZCXglajRo0ODlkBp8suu9xkE8ll8OAh9sUXK1ydzz5baGeeeabNnPmBW9cXEf37D3DLPCCAAAIIRFeAwFV0PWkNAQQQQACBMgKaVaUglRfA8gp06NChUkEoBbl02eG8eZ9az569vOrJ88xIEUCgQoETep3gZvuooHepmp61rqQAS9++/UxJM6927tzpglwPPviQm2l0+mk5braRyio9EgiC6XK30EvotC0RkmZFebPLQsej/HAuxx7bwxTwUuBLhn379HWBP61v2LDB2rZt65pav2G99e/Xz11q6T8GbiMPCCCAAAJVFiBwVWUyKiCAAALxK0DP61ZA97166cWJNvODGXbSSSeVCVIpoBXaI11OOG3av9w9rfSs9datW9v5F/yP9Qp8MJ32r3+GvQ9WaDusI4BAcgkoWKJglEY9duwD9trredasWTOtuvswvfnGG6Z7Mil99OGH5s2yUpBGl7P938sv28iRI4PBK+9SwY/nfmI9evRw7STSg98r3LjCuWhWlkynTZvmbLsccUTgy4SeptlsugTzyCOPdE0pKOZdKqhj4TJ5QAABBBCotgCBq2rTUTHJBRg+AgggUKHA8T1L7nEV7t5VLVu2tM2bN5tuzu5vSJcBnn76/3P3tNKz1r3tqtOyVStvlWcEEEDACSigkpWVZWPGfH/pm9tw8EGXsY194EF3zyXdz0nLyju42T2pDd2jSfdqchkJ/KCxhnrpxuxPPP4ny83NLTVylfW7tG/f3jTbyrsssF279vb4nx4ztadgV6nKrCCAAAIIREUgBgJXURkHjSCAAAIIIFCvAqtWfeVmSWmGVWgwKlzHFJA65ZRTbd26dcF6b75R9q8KasaVZl6p3Vde/j877LDDw97APdw+yEMAgeQR8G7Ersv7lC6/7FIbOvQ891cCJ6evCAAAEABJREFUdXmbLnPzNLSse2L95z9LTJcIqrySgjKJOLvKG7f/OdTrxht+ZU+PH+8ut9Slf5FcdKnl3I8/Dl4WKMuUlBR3CabXvmZzeZcKqh21523jGQEEEECg6gIErqpuRg0EEEAAAQRKCaSnp5tmVekvAyplZ3c3Xd7XtevRpcppRXnapmUFrzSrSnWU1EaTkL8qGFqmU6dOqkpCAAEEygjosjTNqFLyLvHTLCDla+aQV0HLujzwmGOybdr0/OBMLC+Yo+DVRRf9zCuesM9ykZWSHOSiwepZ68pX8ly0TTbT898NXj6psrosU/narhSpXW2LaqIxBBBAIEkECFwlyYFmmAgggAACCCCAAALhBchFAAEEEEAAgdgVIHAVu8eGniGAAAIIIBBvAvQXAQQQQAABBBBAAIGoChC4iionjSGAAALREqAdBBBAAAEEEEAAAQQQQAABAlecA4kvwAgRQAABBBBAAAEEEEAAAQQQQCAuBaoUuIrLEdJpBBBAAAEEEEAAAQQQQAABBBCokgCFEYgVAQJXsXIk6AcCCCCAAAIIIIAAAggkogBjQgABBBCogQCBqxrgURUBBBBAAAEEEECgLgXYFwLRE3jmmfF2dNcsl07qfaItWrQo2Hh+fr7L1/bhw4fZzp073XaVU56SyhQWFtjpp+UEy2q7v51ggywggAACCFRbgMBVtemoiAACCCCAQBwL0HUEEEAgiQUUtFqxYoUtW16SJr/zjj3wwFhTIEpp6tQpNn/BQrd9woSJlpGR4bR+PXKky1O9nJwcl/eTn5wdzHvu+Rfst3ff5dpxG3lAAAEEEKixAIGrGhPSAAIIJLsA40cAAQQQQACB+BFQYEpBq1GjRgc7nZnZ1i677HLLy8uzpk2b2fbt223lypXB7ZVd6NGjh5151ln22Wffz96qbF3KIYAAAgiEFyBwFd6F3PoRYK8IIIAAAggggAACCNS6QIf2HYKzqEJ3ptlVDz74kJuBpcsAFejyyjzy8MPussDyLgk86qgs++KLFV4VnhFAAAEEwgtUOpfAVaWpKIgAAggggAACCCCAAAKJILB+w3p336pIY1HwSpcI/t/LL9vIkSODl/55lwp+PPcT0+yqcPUVtFLwKtw28hCoHQFaRSCxBQhcJfbxZXQIIIAAAggggAACCCDgE9BlgVlZWTZmzPeXCuqG6k88/ifLzc31lTRT2a5du9rGjQWl8iOt6IbtM2bMsD59+kQqQj4CCCCAQBUFCFxVEYziCCCAAAIIIIAAAhULUAKBWBa46qoRrnv664BKN97wK3t6/HgXqNKlgbpEUPlK7du3D86u8i4VVL5u8K5G3n77LXf5oPKef/45e+qppyNehqjyJAQQQACBqgkQuKqaF6URQAABBBCoawH2hwACCCBQCwJjxz4Q/GuA06bnu6CVdqNZVlrXXw5U8oJcujRQlwgqT0n5oWV1eaEuM1Q7JAQQQACB6AgQuIqOI60ggEBcCNBJBBBAAAEEEEAAAQQQQACBeBIgcBVPRyuW+kpfEEAAAQQQQAABBBBAAAEEEEAg8QXqeYQErur5ALB7BBBAAAEEEEAAAQQQQACB5BBglAggUHUBAldVN6MGAggggAACCCCAAAII1K8Ae0cAAQQQSBIBAldJcqAZJgIIIIAAAgggEF6AXAQQQAABBBBAIHYFCFzF7rGhZwgggEBMCqSlptqxxx6blKnbD7ta3+brbNCgQeET+Qnv0rBhw5h8XdIpBBBAAIHYFejXyeyWPqSqGDTix23sntD10DMCV/WAzi4RQKBiAUrErsDeffvss88+S8q09PPltqnDKXbqqaeSktQgNRC4jd1XJz1DAAEEEIhFgYGHmd3ej1QVgyNaxeKRpE/1JUDgqr7k626/7AkBBBBAAAEEEEAAAQQQQAABBBJfICFHSOAqIQ8rg0IAAQQQQAABBBBAAAEEEKi+ADURQCBWBAhcxcqRoB8IIIAAAggggAACCCSiAGNCAAEEEECgBgIErmqAR1UEEEAAgeQTmLoy+cbMiGNHgJ4ggAACCCCAAALJJkDgKtmOOONFAAEEEJAACQEEEEAAAQQQQAABBOJAgMBVHBwkuohAbAvQOwQQQAABBBBAAAEEEEAAAQRqR4DAVe24Vq9VaiGAAAIIIIAAAggggAACCCCAQOILMMJKCxC4qjQVBRFAAAEEwgl07tzZrrzyKrvuuuuD6frrf2nnn39BuOLkIYAAAggggAACURWgMQQQSGwBAleJfXwZHQIIIFDrApmZba1oT5E9+eQTNm/ePHv33XybOnWKtWzVstx9T35nii1bvsKle++735Xt07evzfhgpsubN3+B5ebmunw9aJvq+POUT0IAAQQQiJpAUjWUn59vR3fNCqZnnhnvxr9o0SI7qfeJwXyV04bbbrs1mDd8+DDbuXOnqY63rDLKU7nCwgKtkhBAAAEEoiBA4CoKiDSBAAIIIGCWnZ1thx56qHXqdJhlZGRUSHLWmUPcB4Bbb7nZevXqZQpMnXzyyTZlyjsuf/LkyTZ06HmuHQW2JkyYaB06dHDrPCAQ+wL0EAEEYllAAafnn3/O5i9Y6L4s0RcpV101ItjlX48c6fJnzprlvoxRQKpD+w6mdZXVzyT9rGvWrJk1b97cXnrpxWBdFhBAAAEEoitA4Cq6nrSGAAIIJKVAiqVYampacOxpaY2CyxUtdO7SxYqKimzO7Nn22KOP2r2//33pKoG1O++43fSN9vr16wNr/EcAAQQQQKD6ApoNNWPGDHv44Ycr/KKladNmbkc7dmx3z+Eehg+/1ObPn2+aqRVuO3kIIIAAAjUTIHBVMz9qIxBXAnQWgdoSKLZiW7hwga1bt87WrFltW7ZsrnBXN9x4oy1estTdC2vs2D+UKq/LATULa9xT40rls4IAAggggEA0BE7odYLpUne1pUv7dMmgnrXuTytXrrTt27ebAljrN6y3/v36uVnB/rJNmza1a6/9hb3++mv+qiwjgAACCERJgMBV9SCphQACCCBwUEDfXKc3Snc3Zlew6dRTc2zw4CG2ZfOWgyXCP2l2Vffsbvbqq5Psscf+FLyf1b333W+jRo+x8U8/5WZhha9NLgIIIIAAAtUXUBBKl/+phbFjH7DXXs8zXfandaVHHn7YBahuvOFXNnr0aDczy3+poOqonJd69Ohh7du3t+nTp3lZPCOAQOIIMJJ6FiBwVc8HgN0jgAAC8S6watUqe/bZZ9zN2XWDdqUnnnjcBaQqM7YPP/zQNm3a5IpqFlZ2drb16nm85eXluTweEEAAAQQQiKaAZlplZWXZmDGjIzbr3eNq2vT84MysiIUPbrj44kvsgw8+OLjGU3gBchFAAIGqCxC4qroZNRBAAAEEaiiQmZkZ/OuBusGt/hqhAlW6dKN79+7uhri6+a3+wqBu2l7D3VEdAQQQSDwBRlQjAe9G7LpEUOnyyy4N/kGQSA1rlpZ3qeDpp+WYZhz7y+pm7Zpx/Mncuf5slhFAAAEEaihA4KqGgFRHAAEEEKi6QGFhoQ0c0N9dhqEPDLr5ulq59NLhwTzlq4xu2q5tetZfIlSAS+skBKIlQDsIIJCcArrcT1+SKH089xPT5X6S0PNFF/1Mi6WSv7w3E0vlVN4rmJOTY942L49nBBBAAIGaCRC4qpkftRFAAAEEvhdgCQEEEEAAAQQQQAABBBCIqgCBq6hy0hgC0RKgHQQQQAABBBBAAAEEEEAAAQQQSPzAFccYAQQQQAABBBBAAAEEEEAAAQQSX4ARJqQAgauEPKwMCgEEEEAAAQQQQAABBBCovgA1EUAAgVgRIHAVK0eCfiCAAAIIIIAAAggkogBjQgABBBBAAIEaCBC4qgEeVRFAAAEEEECgLgXYFwIIIBA9gfz8fDu6a1YwPfPMeCssLLDzhubaokWL3I7869rulT/9tBxXVoVuu+1WU9KykupofefOnVolIYAAAgjUUIDAVQ0BqY4AAgjEpQCdRgABBBBAIIkFFIR6/vnnbP6ChbZs+QqXrrpqhGVmtrXrf/krmzhxgtN56KGH3HqPHj2sWbNm9trrea7sHXfeZXl5ea5Mh/YdbP369aZAmMvgAQEEEEAgqgIErqLKSWPJKMCYEUAAAQQQQAABBOJHQDOiZsyYYQ8//LBlZGSU6XhOTo7L++MfH3HBKm/dZR58aNu2rW3YsOHgmtltt/3GFAhT28FMFhBAAAEEoiIQS4GrqAyIRhBAAAEEEEAAAQQQQACB8gRO6HWCm12lMrqsT5cA6lnrSjfffLPNmzfPrrnmGq2WSbNnz7L27dsH89u2zbTLLrs8OAsruIEFBBCIJEA+ApUWIHBVaSoKIoAAAggggAACCCCAQCIIrN+w3rx7UI0d+4C7BFCXAnpje+qpp+zMM880PXt527dvd/e/UpBrxYoVpksLvW161swszcL67LOS+2Mpr24Se0EAAQQSW4DAVWIfX0aHAAIIIIAAAgggUFkByiWFgO5jlZWVZWPGjA47Xt2rSrOpLrroZ6ZgldZVUIEt7x5XCnYpLzRphtbf//6qu8QwdBvrCCCAAALVEyBwVT03aiGAAAIIIIBAOQJsQgABBGJZwJstpdlTSpdfdqkNHXqe+2uCTzz+J8vNzXXd1yWDWvf+yqDLLOdBQbGePXva8uXLyynFJgQQQACBqggQuKqKFmURQACBuhdgjwgggAACCCBQCwKaNeX9RcGP535i+suBSppVpQCUdqlnrStfM7D0rHx/uvGmm4L3y1K+gmITJkwMe+N3bSchgAACCFRNgMBV1bwoHdcCdB4BBBBAAAEEEEAAAQQQQAABBOJJoHqBq3gaIX1FAAEEEEAAAQQQQAABBBBAAIHqCVALgXoWIHBVzweA3SOAAAIIIIAAAggggEByCDBKBBBAAIGqCxC4qroZNRBAAAEEEEAAAQTqV4C9I4AAAggggECSCBC4SpIDzTARQAABBBAIL0AuAggggAACCCCAAAKxK0DgKnaPDT1DAIF4E6C/CCCAAAIIIIAAAggggAACURUgcBVVThqLlgDtIIAAAggggAACCCBQmwLPPDPeju6a5dJJvU+0RYsWBXeXn5/v8rV9+PBhtnPnTretsLDATj8tJ7hNbYTLc4V5QAABBBColEBFhQhcVSTEdgQQQAABBBBAAAEEEEgoAQWcVqxYYcuWl6TJ77xjDzww1hSEUpo6dYrNX7DQbZ8wYaJlZGS4wNaFP/2pPfrYn1y+6l511Qjn8pOfnF0mz23gAYG6FWBvCCSkAIGrhDysDAoBBBBAAAEEEEAAAQTCCSgwpaDVqFGjg5szM9vaZZddbnl5eda0aTPbvn27rVy5MrhdCxMnTrA777rbevTooVUSAggggEAdCRC4qiNodoMAAggggAACCCSlAINGIAYFOrTv4GZRheuaZlc9+OBDbgaWLgtUoEvlVOfYY8MHrd5++63g5YO6zFDlSQgggAAC0REgcBUdR9wwVTIAABAASURBVFpBAAEEEECg1gXYAQIIIIBAdATWb1gfvG9VuBYVvNIlgv/38ss2cuRIdwnhtu3bbOPGgnDFzX+pYE5OTtgyZCKAAAIIVE+AwFX13KiFAALxLUDvEUAAAQQQQCBJBXRZYFZWlo0Z8/2lgrox+xOP/8lyc3NLqahs165dXcCqf/8BduMNv3JBrFKFWEEAAQQQqFUBAle1ypsMjTNGBBBAAAEEEEAAAQTiS8C7qbr+aqCSAlJPjx9vClTp0kBdIqh8pfbt27v7Wmkm1R133mX9+/ULXhaom7xr5P5LBW+77VZlkRBAAIEEFKifIRG4qh939ooAAggggAACCCCAAAL1KDB27APBvwQ4bXq+C1qpOwpeaV1/NVDJC3Jpm4JXyvOStoWWV7sqS0KgXAE2IoBApQUIXFWaioIIIIAAAggggAACCCAQawL0BwEEEEAgsQUIXCX28WV0CCCAAAIIIIBAZQUohwACCCCAAAIIxJwAgauYOyR0CAEEEEAg/gUYAQIIIIAAAggggAACCERDgMBVNBRpAwEEak+AlhFAAAEEEEAAAQQQQAABBJJWgMBVEh16hooAAggggAACCCCAAAIIIIAAAokvkEgjJHCVSEeTsSCAAAJ1ILBvzx474sgjkzJ1PryTpX6ztA6U2UWsCmzYsMFI9WNQWFgYq6cF/UIAgcQWYHQIIFDPAgSu6vkAsHsEEEAg3gRSGzWyL1euTMq06us1tq9Nt3g7ZPQ3igKTJ0+2p59+mlQPBrKP4qGkqXoRYKcIIIAAAghUXYDAVdXNqIEAAggggAACCNSvAHtHAAEEEEAAAQSSRIDAVZIcaIaJAAIIIBBegFwEEEAAAQQQQAABBBCIXQECV7F7bOgZAvEmQH8RQAABBBBAAAEEEEAAAQQQiKoAgauockarMdpBAAEEEEAAAQQQQAABBBBAAIHEF2CEFQkQuKpIiO0IIIAAAggggAACCCCAAAKxL0APEUAgIQUIXCXkYWVQCCCAAAIIIIAAAghUX4CaCCCAAAIIxIoAgatYORL0AwEEEEAAAQQSUYAxIYAAAggggAACCNRAgMBVDfCoigACCCBg1rlzZ7vyyqvsuuuuD6brr/+lnX/+BVHmoTkEEEAAAQQQQAABBBBINgECV8l2xBkvAhIgIRBFgczMtla0p8iefPIJmzdvnr37br5NnTrFWrZqWe5eJr8zxZYtX+HSvffd78recOONtnjJUpc344OZ1qdvX5evBy2rTm5urlZJCMSUwJo1a+ylFycG05Ili4P98297ddLfbN26tfbmG3nBsqqn9e++22QL5s8P1mMBAQQQQAABBBBAwIzAVQ3PAqojgAACCJQIZGdn26GHHmqdOh1mGRkZJZnlPJ515hA7umuW3XrLzdarVy8XpHrs0Uete3Y3l7/yiy/s7LPPcS0osDVhwkTr0KGDW+cBgVgSUJDqP/9Zaj+98CK7+JJhLmVnd3ddDN12/gX/E3iddLRzzs218/77v+3Io45y9bTeuHETV4cHBBBAAAEEEIhNAXpVPwIErurHnb0igAACCSWQYimWmpoWHFNaWqPgckULnbt0saKiIpsze3apoi1atrSCgo0u7847brfhw4fZ+vXr3ToPCMSKwO5du2zdunXWv3//wGsgtVS3du3aGXFbqYKsIIAAAsknwIgRQACBSgsQuKo0FQURQAABBCIJFFuxLVy4wH1IX7NmtW3ZsjlS0WC+d1mg7oU1duwfgvm6HFCXEC5ZssQ0Ayu4gQUEYlQgs02mNWlSMstw9uxZ7hJAPau7/m1aJyEQfQFaRAABBBBAILEFCFwl9vFldAgggECtCxQWFlh6o3R3Y3Zd8nfqqTk2ePAQ27J5S7n7VlCqe3Y3e/XVSfbYY38y795V3iWEauuFFyaU2wYbEYiqQDUb27lrp+3bt8/V7tu3nw058yxLSyuZgejf5grwgAACCCCAAAIIIFAlAQJXVeKiMAIIIIBAqMCqVavs2WefcTdn1w3alZ544nEXkAotG279ww8/tE2bNpXZpBu9l8kkA4EYE2jcpIm1bNnSPv74ozI9a3JwFla4bWUKk4EAAggggAACCCAQVoDAVVgWMhGIGQE6gkBCCmRmZpr+aqAuCdRN1xWkysvLM92EXXlKgwYNsnFPjUvI8TOoxBLIPngjdv11QKV386fbEUcc6QapGVhaUL6S/qpguECtypAQQAABBBBAAAEEygokUeCq7ODJQQABBBCoH4HCwkIbOKC/++uB+suCuvm6eqJnrStpu/+G7VrWZYQKcKksCYFYElCAyvuLgvrLga1btw52L9I2zcjSttTUkpu6a/34nj2D9VhAAAEEEEAAgeoKUC+RBAhcJdLRZCwIIIAAAggggAACCCCAQDQFaAsBBBCoZwECV/V8ANg9AggggAACCCCAQHIIMEoEEEAAAQQQqLoAgauqm1EDAQQQQAABBOpXgL0jgAACCCCAAAIIJIkAgaskOdAMEwEEEAgvQC4CCCCAAAIIIIAAAgggELsCBK5i99jQs3gToL8IIIAAAggggAACCCCAAAIIIBBVgZgMXEV1hDSGAAIIIBBVgWYZTe2kk36UlKnXcT2s8aIX7aOPPiIlqUFWVpadf/75pHow+PGPfxzV9zIaQwABBBCIDQF6gUBFAgSuKhJiOwIIIIBAKYHtO3fYxx9/lJRp3sJFtrvHJfbOO++QktTg5JNPtu7du5PqwaBLly6l3otYQQCBMgJkIIAAAgkpQOAqIQ8rg0IAAQQQQAABBBCovgA1EUAAAQQQQCBWBAhcxcqRoB8IIIAAAggkogBjQgABBBBAAAEEEECgBgIErmqAR1UEEECgLgXYFwIIIIAAAggggAACCCCQbAIErpLtiDNeCZAQQAABBBBAAAEEEEAAAQQQQCAOBGoYuIqDEdJFBBBAAAEEEEAAAQQQQAABBBCooQDVEagfAQJX9ePOXhFAAAEEEEAAAQQQQCBZBRg3AggggEClBQhcVZqKgggggAACCCCAAAKxJkB/EEAAAQQQQCCxBQhcJfbxZXQIIIBArQt07tzZrrzyKrvuuuuD6frrf2nnn39Bre+bHURVgMYQQAABBBBAAAEEEIg5AQJXMXdI6BACCMS/QHKNIDOzrRXtKbInn3zC5s2bZ+++m29Tp06xlq1algsx+Z0ptmz5Cpfuve9+V/aGG2+0xUuWurwZH8y0Pn37unxt98q+8MIElxdrD/v27bNp0/5lL7040aU338izXbt2uqRlL3/27Fmu69q2YP58t7xp0yZ7ddLfXD2VU3ltdxt5QAABBBBAAAEEEEAgiQUIXCXxwY+LodNJBBCIG4Hs7Gw79NBDrVOnwywjI6PCfp915hA7umuW3XrLzdarVy8XpHrs0Uete3Y3l7/yiy/s7LPPce20bt3ahg8f5lJm27aWm5vr8mPloaioyCb/42075phudvElw1w659xca9KkxKFz5y4u76cXXmR79+41BapC+358z56ujOqfcGJvmzlzpikYFlqOdQQQQAABBBBAAAEEElIgwqAIXEWAIRsBBBBAoPICKZZiqalpwQppaY2CyxUtdO7SxRT4mTN7dqmiLVq2tIKCjS7vmqtHWOh2tyFGHjasX29ZXbsGgnadKuxRWlpaILDXxMr716lTJ2vVqpVt2bKlvGJsQwABBBBAAAEEwgqQiUAiCTRIpMEwFgQQQACB+hEotmJbuHCBrVu3ztasWR0IuGyusCPeZYG6F9bYsX8IlvcuIVyyZIlpBlZwQ2Dh2muudZcj5uXlBdZi53/D1FRr166965BmU+myPyUtK3PVqq/cZYB5r79mRx/9w+BMLG2LlDRrbdeuXZE2k48AAgggUDcC7AUBBBBAoJ4FCFzV8wFg9wgggEC8CxQWFlh6o3R3Y3Zd8nfqqTk2ePAQ27K5/NlCCkrpssBXX51kjz32p+Dlf94lhGrrhYP3s9K9rnTPK1ndecfteoqptH/fPvOCTLqs8fwL/se6HHFEsI+dD14qmN29u23cuCGYX97Czp07AwGu8mdmlVefbQjEngA9QgABBBBAAAEEqi5A4KrqZtRAAAEEEPAJrFq1yp599hl3c3bdoF3piSceNwWkfMUiLn744Ydh7/mkG717lW677TeuvUsvHe5lxdRz+w4dbNFnC8OOw9/RIwLBLM1K27Vrpz+7zPKSJYvdvbAUBCuzURkkBBBAAAEEEEAAAQSSRIDAVZIcaIaJAALhBcitH4HMzEzTDCr9pcAJEyYGL//z//XAQYMG2binxrmZWF26dHEzulReSeXqp+fh95qenm4n/ehkezd/urskUH8ZUDdhDw086WbtuoG7bry+f//+Uo3pLwyqnpLubdW3b79S21lBAAEEEEAAAQQQQCAZBQhcJeNRr50x0yoCCCBQaYHCwkIbOKC/++uB+suC3uV/eta6krbrhux5eXnWq+fxwbLapnKV3lkdFVSQSpcI6q8CKnmBJwWr9BcDvW7oxuunn/7/rFmz5ublR6rr1eEZAQQQQAABBBBAAIEYEqjTrhC4qlNudoYAAggggAACCCCAAAIIIICAJ8AzAghUJEDgqiIhtiOAAAIIIIAAAggggEDsC9BDBBBAAIGEFCBwlZCHlUEhgAACCCCAAALVF6AmAggggAACCCAQKwIErmLlSNAPBBBAAIFEFGBMCCCAAAIIIIAAAgggUAMBAlc1wKMqAgjUpQD7QgABBBBAAAEEEEAAAQQQSDYBAlfJdsQ1XhICCFRaIKtrVzvhhBNJPoMmjZskrcdxxx3vzp0bbrjBSMlp0KABvzq5FwEPCCCAAAIIIBAfAgnQS377SoCDyBAQQKD2BFYsX26ffvoJyWewdOmSpPVYuHCBDT7SrFWrVqQkNUhLS6u9NxxaRgABBBCIaQE6hwAC9SNA4Kp+3NkrAggggAACCCCAAALJKsC4EUAAAQQQqLQAgatKU1EQAQQQQAABBBCINQH6gwACCCCAAAIIJLYAgavEPr6MDgEEEECgsgKUQwABBBBAAAEEEEAAgZgTIHAVc4eEDiEQ/wKMAAEEEEAAAQQQQAABBBBAAIFoCBC4ioZi7bVBywgggAACCCCAAAIIIIAAAgggkPgCjDCCAIGrCDBkI4AAAggggAACCCCAAAIIxKMAfUYAgUQSIHCVSEeTsSCAAAIIIIAAAgggEE0B2kIAAQQQQKCeBQhc1fMBYPcIIBBfAscdd7zdetttds/vfmejx4xxacw999hdd99tAwYMiDiYe++73xYvWWo33HhjxDLa8MILE2zGBzOtT9++Wq3TpL6pj+qr+rFs+QrTcqROqEx99TVSn+ozv7CwwE4/LceO7prl0vDhw2znzp0WLv+bb74xbffKntT7RFu0aJHl5+ebt6yxqL7K3XbbrVolxbkA3UcAAQQQQAABBBCougCBq6qbUQMBBJJYoFmzZrZr1y77+6uv2qeffGqf/+dze3HiRNtzBm5HAAAQAElEQVS0aZM1b968xjKZbdvWuI1oNHDppcNd8OXOO26P2Fw99jVin+prg4JTF114oZ3Yu7cp4Kc0YcJE27Fju4XLz8jIcF0det55rvzHcz+xHj16uDweEEAAAQQQQAABBBBA4HsBAlffW7CEQBIKMOTqCDRo0MCOO/546969u2VlZVn//gMsNTW10k1pFpMCGx99PNcFLTTLSbOdNINJ7bVr187GjXvKcnNzbfI7U1wZldd27UTPWlfSjKfX895ws7nmzV/gyupZ+dquZbWjeuHa0jaVUdnrrrve0tLSVNTNtFKe+qqkZaXy+uovp/3Xx6wx1/l6eMjLy7MtW7bYsGHDS+09Un6pQqwggAACCCCAAAIIIIBARAECVxFpqriB4gggkFQCWwNBis1bNtu27dvcbKviA8VVHv/SJUvsySefcPVO6HWCaZbTihUrbOPGjXbttdfY0KHnWefOnV2ZSZMmWe+TTip1qaHyBg7ob+qLAk6TJ0+22bNmWdOmTe399983bdfyST862RTsCtfWiKuvcfu/9ZabXXm3EvKgWVe6pE2XrH377bc2ePCQMn3t3KWLC7Rp/2pLM9OuvebakJYSd1XHrWXLltauXekZc5HyPYnXX3vNzWzTJYaataV8BcDOG5rr8nsef5zNmT1b2SQEEEAAAQQQQACBWBGgH3Uq0KBO98bOEEAAgQQQOHDggH311Ve27PPPbcXyFbZ06RLbf2B/lUe2Zu1aWxVoZ8+ePWHr6lI8BaQ0E+qCCy5ws6Hatm3nyu7du9cKCja6ZT1462rTW9Z2LWt7uLZ69DjWXd64fft22xAIlvnLq46XFPTSbCtd+tauXTtXJ3Q2lfqlvvbt188eePAhFzzTPr02Ev1ZM+XCjTFSvld26MFLBadNz7fMzJKglwJgr72e52bPzV+wsF7ud+b1j2cEEEAAAQRqW4D2EUAAgYoECFxVJMR2BBBAwCewdesWS0tNMwUcBg4aZL1P6m2XDBtmLVu0tC1btvpKVn9Rs5XaBwJEhQUFpsCTZmVpxpOSZj9Vp+VwbV115RW2bds28/bnBZ/87bdt29aOPOoo08whzbjSbDD/dq9uQSCIpr5qxpX6qXTWmUP8RRN6uW/ffoHjv8UeeuihUuOMlF+qECsIIIBAdARoBQEEEEAAgYQUIHCVkIeVQSGAQG0J6C+/PfLIwzZ61Cjzpz/84X6bNWtmjXc7b948N1tp1Ogx9tlnC02X5mnGlWY81eS+UeOeGhe2ralTp1ijRo3cLKmzzjrLBcr8gygIBM9WfvGFu5eXN+PK2+7vq2aOzf34Y9OMK/XVuxeWVzbRn3v06GHPPf+C5U+f7i7xU+BOgb4jjzwybL7+WmCim8T3+Og9AggggAACCCCAQKwIELiKlSNBPxBAIKEFNFOqe3Y3e+zRR03LCmzoOS8vz3r1PN7dM8oC/5SnbcrT7B3dw0rrSlrW/Y50LyyvrUAVV9dbV31vWfvSsvJUT/XVjpKWleeVUZ726ZVXHeXpWfvTspe8utqmPNXTOPzl1I7aNnUwSZKCV/rrgArcKSnQp78eGC6/TZs2pu1jxz5QSicnJ8fUhupog+qHK6dtJAQQQAABBBBAAAEEkkGAwFUyHGXGmBACDAIBBBBAAAEEEEAAAQQQQACBZBNIxsBVsh1jxosAAggggAACCCCAAAIIIIBAMgow5gQQIHCVAAeRISCAAAIIIIAAAggggAACtStA6wgggED9CBC4qh939ooAAggggAACCCCQrAKMGwEEEEAAAQQqLUDgqtJUFEQAAQQQQACBWBOgPwgggAACCCCAAAKJLUDgKrGPL6NDAAEEKitAOQQQQAABBBBAAAEEEEAg5gQIXMXcIaFD8S/ACBBAINkEFi1aZCf1PtHy8/ODQ/fyju6aZUrarjwVuO22W2348GG2c+dOrZrytV3llLTdbQh5UL62K/nrhxRjFQEEEEAAAQQQQACBhBGI7cBVwjAzEAQQQACBZBV46unxNn/BQuuWnW0PPDA2GKzyPBS0uvyyS23E1VfbsuUrXBo79gFvc/BZQa6ePXu67WpzzuzZNmfOnOB2FhBAAAEEEEAAgbgWoPMIRBAgcBUBhmwEEEAAAQSiLdChQwfLyMgo1ezEiROsZcuWlpubWyo/dEX1LrroZy67bdu2ro5b4QEBBBBAAIEQAVYRQACBRBIgcJVIR5OxIIAAAgjEnMA1V4+wnscfZ+vWrrWbb765VP80i2r9+vV2aMeO1rRps1LbIq14M7Q0g6tPnz6RipGPAALREaAVBBBAAAEEEKhnAQJX9XwAKrN7fai56aYb7bhje1ivnsfbtddcbStWrKhM1SqVeeaZ8ab7p1SpUjmF1dYvrr3Gdu/eHSylD1znDc21wsKCYB4LCCCAQCIL6LI+XQI4bXq+ZWa2LTVUzaLSLKxSmQdXdL8s3ctKScvK1rPeQ3NOO80mTJhYZvaWysRuomcIIIAAAggggAACCFRdgMBV1c3qtIa+jVcASDt988237PXX8+ywww63NWtWKyuq6eKLL7E777wrqm2+++67NnXq1Ki2SWMIJL0AAAklMHjwENP9ql566cVS48rJyXH3s1LQS8sK+N937+/tlltvtXD3wCpVmRUEEEAAAQQQQAABBBJEgMBVjB/IHTu22/Zt2+yKK660Lkcc4dIdd95pp5xyarDn27dvd3/JaubMD0rNbvriiy9s/vz5tnTpUrd98+bNtnjxYluwYEGw7pYtm+3999+3bYF9aGbXl19+Gdy2b98++/jjj23av/5l2uZtKC4udm1OmTLFVq1a5WWHfW7cuLE98fifIpZTu2pfswjUP68R9Uvj2bBhg+u7xqD9an/a71eBfmrdK79//377ZO5c11d9uPPyK3pmOwIIIBBNAV0WqBlSp5+WY999922lmlZQSrOyHnzgAffXB1Xf+8LC38DGjQW2ZcsW85fTe6e/DMsIIIAAAggggAACCCSaQLQCV4nmEjPjady4iTVq1Mj+8pdnbe3aNeYP1qiTa9eutf+54Hy768477Jabb7Zrr7nGBaG0LT9/ul38s4tMH6TGjB5l//jHP+ybb76xMWNGBz5Qfaci9s4779iECS9YWlpaIEA03f73f19y+QpkXXXllXbdL6613//+dzY091xb9Nlnbv/qy4U//R8b+4c/2H+fN9SmTp3i6oR7OPXUHOveo4c9NW6cKRDmL6O+//L6623CxAn2xBOP21lnDrGFC0uCaqtXr7Ff33ST/eS/zrLf/+4e0/7O/sl/ubH+4f77bOjQ3EB/811zand0YHxXXnnFwb7mBttxBXhAAAEEalmgR+B97uO5nwRnSOmywIEDB5nyFJgK3b1mTPkv9VMZzazykraH1gndh8qqXmg51hFAAAEEEEAAgVoWoHkE6lSAwFWdcld9Z82bN7c//GGsaVbV6aedZif1PtEefugh0yWEam3y5H+4m/rmv/uevfnW2/bNpm/s/X//W5tc0iUo2vbv92fYxRdfbD179rTG6Y3ts0AQqqioyN7Nf9dOP/10a9y4sSvvPfzjH2/bpk2b7J0pU+29f79v7773bxeAKigosNf+/nd7/IknA3nv2U03/dqe++tfg8Eyr773nNYozZWZO/dj+2fIJYMdO3a0VwNt6cPb3/42yU444UT78MMPvarWpk2bwPbXTP0fNXq0pQf6OGXqPwP7/XdgLJfYP/9Zcgnif/7zH1fvlUAb6ucZgwfbC8+/YJqFFWyMBQQQQAABBBBAAAEEYk6ADiGAAAIIVCRA4KoioRjYrksEn3nmWfts0WJ7+unxNnPWTHtg7FgXmNFN2hcuWGD/ddaZ9tP/ucDWrF5t69avC/ZagaOGDRsG11u2bGl9+/a19957177++msXnBowYGBwu7egwFa37G7WunVrl9WkSRNLSUmxwsJC+/bbb+23d99lp+Wcak89Nc61sXv3Llcu3EPnzp3t+l/+yv785ydtzZo1wSKaKfX222/Z3YG2brnlZpszZ3ZwmxbS09OtadMMLVqrVocElpua8lJSUqxlq5YuXw8Kpm1Yv97NLDv9tByb8s47VvhNoSkwp+0kBBBAAAEEEEgCAYaIAAIIIIAAAgkp0CAhR5Wgg0pNTbUTe/e266//pS1dusR27NjhRvqTs8+2l195xaV//utfbjaS2xDh4dScHFuyZIm99dab1rVrV9PMp9CirQMBqwP797tLA0O3HXLIIfbHRx9z+3vt9dcDz3+zH/ygJMAVWtZb/6//+i/LCuxLlwTu2bvXZU+dMsWeePwJ+8lPzrY77rjDBgwY4PKr89ClyxH27F/+EujLK/bGm2/aY4/9yRRsq05b1EEAAQSSXYDxI4AAAggggAACCCAQKwINYqUj9CO8gC6Hu/TS4bZo0SIXqFq58gt7+f/+zzp1OszNQBo0cJDNmjnLvt30rTVu3MRmzZrtZmKFb60kNysry1o0b2EvPP+8nXnWWW4mVcmW7x9PPvlk++ijj+yDDz5wlyXqXli6PLFz5852yCE/sBnvvx/YfzNbu3ad6Sbw/lld37fy/ZKCbjfd9Gt3o/ndu0pmZxUUFpr6cuKJJ7r7eOn+W9/XqPzS0UcfbXv27LFPPvnUWrRoaf/5z+dWsHFj2HFVvlVKIhAVARpBAAEEEEAAAQQQQAABBBCogQCBqxrg1UXVXr1OsE4dO9rPLrrQevU83nLPPdeaNmtqv7n9dlOwaPCQIe4eVbm559qPTuptr076m23duqXcrjVu3Nh+cvZP7PBAEOrYY48NW7Zfv/424upr7Fe/vN5OPKGX/e9LLwba3Wq659Zdd99tkydPtp7HH2dXXvFzW75sWYXBMu1EQa+rr7kmGFA644wzTJcrZnc7xgYHllevXq1iEVLk7E6dOrkZWw8/9KAd26O73XH7b9zlksXFxZErsQUBBBBAAAEEEEAAAQQQQAABBGJQoHSXCFyV9oi5tczMTLv3vvtt4WeL3F+r0vMf//ioKV+d1Uymm2+5xZb+53OXJr74knXs2Emb7KqrRli4v0yljeecc6699dbbpsv+tK7kL5+SkmIXX3yxzZu/INhu+/btVcyys7NtytSprj9zP/nULr7kEhdEcxt9D9q3ki/LLrroZ/avadMD/W8b6GdHe/Ott1w7cz78yHQDefVB5fXXs157Pc+V03pOTo7pJu4ZGSX3vFI5f9uDfvxjUxv6K1szPphp+muGKSkpqkpCAAEEEEAAAQQQQAABBJJTgFEjkAACBK4S4CAyBAQQqD2B//rJT+znV1xBwsCdA5decqF1Lf689k44WkYAAQQQiFkBOoYAAgggUD8CBK7qx529IoBAnAj85je3GwkD7xy46ze32D1DfxgnZy/dRCBmBegYAggggAACCCBQaQECV5WmoiACCCCAAAKxJkB/EEAAAQQQQAABBBBIbAECV4l9fBkdAghUVoByCCCAAAIIIIAAAggggAACemeHVQAAEABJREFUMSdA4CrmDsn3HdJfxdu1a5fFW6rN/srke6Hvl/bs2YOT71zZt2/v9zi+pf379+Pkc9q9e7dPh0UEEEAAAQQQQAABBBBAAIGqCNRFWQJXdaFczX0UFe22DevXkQ4arF+31vbsKQqr+enHH+J00EnnzMovVoR12rhhPU4+p4Xz54V1IhMBBBBAAAEEEEAAgToWYHcIIBBBgMBVBJhYyU4JdOSII48y0lHWsEH5pytGJedJx06HBc6ayP/btGnD+XTwNRVZiS0IIIAAAgggEL8C9BwBBBBAIJEEyo8EJNJIGQsCCCCAAAIIIIBA1QQojQACCCCAAAII1LMAgat6PgDsHgEEEEAgOQQYJQIIIIAAAggggAACCFRdgMBV1c2ogQAC9SvA3hFAAAEEEEAAAQQQQAABBJJEgMBVkhzo8MMkFwEEEEAAAQQQQAABBBBAAAEEEl8gfkdI4Cp+jx09RwABBBBAAAEEEEAAAQQQqGsB9ocAAnUqQOCqTrnZGQIIIIAAAggggAACCHgCPCOAAAIIIFCRAIGrioTYjgACCCCAAAIIxL4APUQAAQQQQAABBBJSgMBVQh5WBoUAAgggUH0BaiKAAAIIIIAAAggggECsCBC4ipUjQT8QSEQBxoQAAggggAACCCCAAAIIIIBADQQIXNUAry6rsi8EEEAAAQQQQAABBBBAAAEEEEh8AUZYWoDAVWkP1hBAAAEEEEAAAQQQQAABBBJDgFEggEACCBC4SoCDyBAQQAABBBBAAAEEEKhdAVpHAAEEEECgfgQIXNWPO3tFAAEEEEAAgWQVYNwIIIAAAggggAAClRYgcFVpKgoigAACCMSaAP1BAAEEEEAAAQQQQACBxBYgcJXYx5fRIVBZAcohgAACCCCAAAIIIIAAAgggEHMCBK6ifkhoEAEEEEAAAQQQQAABBBBAAAEEEl+AEdaFAIGrulBmHwgggAACCCCAAAIIIIAAApEF2IIAAghEECBwFQGGbAQQQAABBBBAAAEE4lGAPiOAAAIIIJBIAgSuEuloMhYEEEAAAQQQiKYAbSGAAAIIIIAAAgjUswCBq3o+AOweAQQQSA4BRokAAggggAACCCCAAAIIVF2AwFXVzaiBQP0KsHcEEEAAAQQQQAABBBBAAAEEkkQgqQNXSXKMGSYCCCCAAAIIIIAAAggggAACSS3A4ONXgMBV/B47eo4AAggggAACCCCAAAII1LUA+0MAAQTqVIDAVZ1yszMEEEAAAQQQQAABBDwBnhFAAAEEEECgIgECVxUJsR0BBBBAAAEEYl+AHiKAAAIIIIAAAggkpACBq4Q8rAwKAQQQqL4ANRFAAAEEEEAAAQQQQACBWBEgcBUrR4J+JKIAY0IAAQQQQAABBBBAAAEEEEAAgRoIxEngqgYjpCoCCCCAAAIIIIAAAggggAACCMSJAN1EoLQAgavSHqwlgcDu3bvtlZdftrvvvsseeeRhW79+fXDUWlaetj33179aYWGB2zZp0iR7/9//Di5ru9KY0aPsvffetf3799vatWvs3t//3rWrbUpaV76rGGcPGtPUqVPceH7/u9/ZihUrgiNYvXq1KW/JkiUmz/HjnzYZBQvUcEFmL734ohUVFdWwJaojgAACCCCAAAJJLMDQEUAAgQQQIHCVAAeRIVRe4EAgwPSH+++3/Px8O+OMwdYgpYFdd90vbMOGDbZp0yb71S+vd3lnnXmWC2j9OxCsKi4utrlzP7bPl33udqTl3bt2Wf/+A6zXCSfY448/bn/72yvWrFkzO7lPHzu2x7H26SefuGetK99VjLOHCS+8YOPHj7dTTjnVjjjiCPvFtdeYAlUaxpQp79iWLZutdevWLqCVP326de7cWZuikmR2zDHHWGpqalTaoxEEEEAAAQRqKkB9BBBAAAEEEKgfAQJX9ePOXutJ4LvNm23ZsmV2191328CBA+2Xv/qVDc0dat9++60LVLVp08auGjHC+vbrZ3fceaedf/4FlpKSUqa3R//whzZkyBA755xzA4Gv623+/PnWsmUrO/300+3UnFOtdaAdPWtd+WUaiPGMvXv32uzZs+2O2++w0047zS6+5BIbcuaZNnPmBy5gtfKLlW4EmpW1dOlS27tvn1vXw/bt2+211/5uU6ZMcbOxlKcg18cff2wfffSRaSaVN5NN2zRjS2Wfe+45W7RokZu9pnwlta9A4caNG7VqO3fudH3Ytm2bW+cBAQTiUoBOI4AAAggggAACCCBQaQECV5WmomCiCKSmpVrjxummfw0bNrRhw4dbdna2dejQwc28+m0gqDVr1sxyL1PbsX2Hu4xQM7WmT/uXderYSc0lVEprlGbpjRsHx9S8efPgcqQFBZQ0g+3TTz91l1b++tc3ueDV6tVr7KYbbzBderjyy5X2i2uvdTPcFLRSGV2G2ahRI3v8T3+y1V9/bSr/1+f+avsCAbHP//O5vfTSi26Xc+fOtTfffNMyMjLcOg8IIIAAAggggAACCCCAAAKJLUDgKkGOry5n++6771wwRbNZvHsDRcpPkGFHbxiBlnTZ28QXX7I+ffvaHx95xPr362v//OfUwJay///3f1+yC3/6UztzyGBTwEWztMqWSswczSA78qgjTbPODj30UOvWrZu1b9/eevToYcs+/9x0zl15xZUuIPjtpk22du1aB3F8z542cuTNLrVt1850PzHN7Nq2dat1D9TVDLY/jxtnXY44wpX3HvoEjsd/lv7HNm/ebFPeeccGDRxkCjh623lGAAEEEEAAAQQQQAABBBBIXIGoB64Slyq2R6aZK7+75x4XTLkwEFD55JO5rsOR8t1GHpzA1kDgxAv06d5KF1xwgU169e/2xJN/thcnTrQtW7ZY6D8Fqqbnv2u///29tjmwnXsxlQhtCViuXbPGnv3Ls6bg3rHHHhec3VZSovSjZnGNGj3GPpk71/77vKGWc+oppksP/aW6dOlih/zgEHs3P9/N0jq5Tx//ZpYRQAABBBBAAAEEEECgngTYLQJ1IUDgqi6U62AfTZo0sUf++EdTMEWpX7/+bq+R8t3GJHxompFhaamp9uGHH7qZQV999ZVddulwd9Nx3Xh88j/+4S5P06yhb74ptLS0NJciUQ368Y9ty+bNNn/+vEhF4jJf427Xrp29//6/3T2ntmzZ7C79O7TDoeWORzdoz2zb1q699lobNWq0/fyKK6xjOZdR6lJA3RT/vvvvd+dur169TDOx/DvR7CrdSP+hhx5yN4DXfcj821lGAAEEEEAAAQQSQIAhIIAAAghEECBwFQGG7MQUaBwI8I28+RZ7atw4++HRXe38/z7Pzr/gAuvZs6e75G/CxAl2bI/ubpvKqGx591PSjKFzc4faSy+95AJeiaQ2YsTVNnvWLOvRPfv/s3dvMVqUZxzAn2UXdgM18QZhab3QglZKArSx1WaJGIyCN9ZWb0CpTdS2Wq1VW1MjV55qrdhDrBavPDVQeqm23phoUGqi1IjxADTQGIMXSqoxRtYD3fdDlC9ddtn95pudd+ZHnN2db2be93l+z179A2MsGxqKJSOh0jkrV47Z4oknnhjpn/ytGrkvOf72zjsj/RO/Iz309ttvx18eeTiWLlnc2if9zbdTTz31/25fvHjxSAA2L1ade27rWnqJe3qX1p7du2Pt2osjfU/n6fPWDb4QIECAAAECBAgQIECAQC0EBFeljtFmVRBIL2J/9LHHY8fOXfH8C9ti9eo1rf9z4Pz582Pjxk3x6muvt66le9K9qeY77vhNXHbZ5enHOPzn9MF5550Xd9/9uzj0zwVnzz4uHnzwoUjf0/Vcj/TeqvTOr+Tx0vaXW++mOtRjskhH6i292+qee/7UemF6T09PXHLJDyPdn567a/36OPbYY1vvvzp0TwoC08/pubTH7//wx5Z5uv/e+/4cKQxM19I96d60R/pbVn/d/LdIfyMrnR+6nt6HlazT93R/+jxddxAgQIAAAQIECBAgQGBqBexelIDgqihJ6xAgQIAAAQIECBAgQIBA8QJWJECg0QKCq0aPX/MECBAgQIAAAQJNEtArAQIECBDITUBwldvE1EuAAAECBAhUQUANBAgQIECAAAECJQgIrkpAtgUBAgQIjCXgGgECBAgQIECAAAECBEYXEFyN7uJTAnkKqJoAAQIECBAgQIAAAQIECNRIQHB1hGH6mAABAgQIECBAgAABAgQIEKi/gA6rLSC4qvZ8VEeAAAECBAgQIECAAIFcBNRJgACBwgUEV4WTWpAAAQIECBAgQIBApwKeJ0CAAAECBJKA4CopOAgQIECAAIH6CuiMAAECBAgQIEAgWwHBVbajUzgBAgTKF7AjAQIECBAgQIAAAQIEyhQQXJWpbS8CXwj4iQABAgQIECBAgAABAgQIEBhHoAbB1TgdukyAAAECBAgQIECAAAECBAjUQEALTRQQXDVx6nomQIAAAQIECBAgQKDZAronQIBAJgKCq0wGpUwCBAgQIECAAIFqCqiKAAECBAgQ6J6A4Kp7tlYmQIAAAQIEJibgbgIECBAgQIAAAQJtAoKrNg4nBAgQqIuAPggQIECAAAECBAgQIJC/gOAq/xnqoNsC1idAgAABAgQIECBAgAABAgSmRKDU4GpKOrQpAQIECBAgQIAAAQIECBAgUKqAzQgUJSC4KkrSOgQIECBAgAABAgQIEChewIoECBBotIDgqtHj1zwBAgQIECBAoEkCeiVAgAABAgRyExBc5TYx9RIgQIAAgSoIqIEAAQIECBAgQIBACQKCqxKQbUGAAIGxBFwjQIAAAQIECBAgQIAAgdEFBFeju/g0TwFVEyBAgAABAgQIECBAgAABAjUSOEJwVaMOtUKAAAECBAgQIECAAAECBAgcQcDHBKotILiq9nxUR4AAAQIECBAgQIBALgLqJECAAIHCBQRXhZNakAABAgQIECBAoFMBzxMgQIAAAQIEkoDgKik4CBAgQIBAfQV0RoAAAQIECBAgQCBbAcFVtqNTOAEC5QvYkQABAgQIECBAgAABAgTKFBBclak9ib0+PXAg/rN7d/2OSfQ0Hh+ng78ne998c0yqfe/s8/v02e/fmFAuEiBAgAABAgQIECBAgEDnAh2uILjqELCbj/f3D8S8L38l5gwOOloG82LGjP5Ryb/5rW8zahkd/F356vwFozrNmXvwut+pgw6Ll35jVCcfEiBAgAABAgQIEKiigJoINFFAcFXhqff09MTAwIDjMIOenp5RJzZ9+gxOhzn19vaN6tTb28vpMKf+/v5RnXxIgAABAgQI1F5AgwQIECCQicC0TOpUJgECBAgQIECAQCUFFEWAAAECBAgQ6J6A4Kp7tlYmQIAAAQITE3A3AQIECBAgQIAAAQJtAoKrNg4nBAjURUAfBAgQIECAAAECBAgQIJC/gOAq/xl2uwPrEyBAgAABAgQIECBAgAABAvUXqGSHgqtKjuVgUcP798c/n93iOMxgeHj4ILvFnPgAAAwVSURBVI6vBAgQIECAAAECBAgQqKyAwggQKEpAcFWUZBfW+fTApzF37mCc9p0hx4jB4OC8ODBi0gVqSxIgQIAAAQIECFRVQF0ECBAg0GgBwVWjx695AgQIECBAoEkCeiVAgAABAgQI5CYguMptYuolQIAAgSoIqIEAAQIECBAgQIAAgRIEBFclINuCAIGxBFwjQIAAAQIECBAgQIAAAQKjCwiuRnfJ81NVEyBAgAABAgQIECBAgAABAvUXaFCHgqsGDVurBAgQIECAAAECBAgQINAu4IwAgWoLCK6qPR/VESBAgAABAgQIEMhFQJ0ECBAgQKBwAcFV4aQWJECAAAECBAh0KuB5AgQIECBAgACBJCC4SgoOAgQIEKivgM4IECBAgAABAgQIEMhWQHCV7egUTqB8ATsSIECAAAECBAgQIECAAIEyBQRXZWp/sZefCBAgQIAAAQIECBAgQIAAgfoL6LBDAcFVh4AeJ0CAAAECBAgQIECAAIEyBOxBgEATBQRXTZy6ngkQIECAAAECBJotoHsCBAgQIJCJgOAqk0EpkwABAgQIEKimgKoIECBAgAABAgS6JyC46p6tlQkQIEBgYgLuJkCAAAECBAgQIECAQJuA4KqNwwmBugjogwABAgQIECBAgAABAgQI5C8guBpvhq4TIECAAAECBAgQIECAAAEC9RfQYSUFBFeVHIuiCBAgQIAAAQIECBAgkK+AygkQIFCUgOCqKEnrECBAgAABAgQIEChewIoECBAgQKDRAoKrRo9f8wQIECBAoEkCeiVAgAABAgQIEMhNQHCV28TUS4AAgSoIqIEAAQIECBAgQIAAAQIlCAiuSkC2BYGxBFwjQIAAAQIECBAgQIAAAQIERheoU3A1eoc+JUCAAAECBAgQIECAAAECBOokoJcGCQiuGjRsrRIgQIAAAQIECBAgQKBdwBkBAgSqLSC4qvZ8VEeAAAECBAgQIJCLgDoJECBAgACBwgUEV4WTWpAAAQIECBDoVMDzBAgQIECAAAECBJKA4CopOAgQIFBfAZ0RIECAAAECBAgQIEAgWwHBVbajU3j5AnYkQIAAAQIECBAgQIAAAQIEyhSYmuCqzA7tRYAAAQIECBAgQIAAAQIECEyNgF0JdCgguOoQsEqP79q1K265+eZYt+6m2Lx5c7z//vut8j755JN44ol/tD5P19N9rQsjXz788MPYtHFj69r69XfF3r17Rz71HwECBAgQIECAAAECVRNQDwECBJooILiqydR37twZV/30yjjhhBPirBVnxYsv/mvkeLHV3YMPPBAbNmyI5cvPbF2/4ic/jldeeSVSoPXr22+PJ598Ms4++5yY1jMtrrzyinjrrbdaz/lCgAABAgQIEKipgLYIECBAgACBTAQEV5kMarwy33jjjVi0aFGsXrMmzli+PG699bYYGhqKDz74ILZu3Ro3/urGWLFiRay56KJYuWpVPPPMlti3753YsWNH3LRuXSxbtiyuuvrqOP+75498vm+87VwnQIAAAQKfCfhGgAABAgQIECBAoHsC07q3tJXLFDj++ONj27ZtccstN8fL27fHxx9//Pn202dMj/6Bgc/PjznmmM9/7pveFwMD/ZH+9Pb2xsVr18bChQvTqYMAgbIF7EeAAAECBAgQIECAAAECbQKCqzaOfE8WLFgQGzdtisHBwbjhhl/GmcvPaAVY+XbUWeWeJkCAAAECBAgQIECAAAECBPIXGC+4yr/DBnUwe/Zxcemll8Vjj/89fn7ttXH//Rta77GaCMF7770X+/fvn8gj7iVAgAABAgQIECBAgACB/AV0QKCSAoKrSo5l4kVt2bKl9d6q9ML1dKQXrM+cOStmzZoVc+bMiaeffqoVYr377n/j6aeeinmD80aufSmm9/XFc889FwcOHIg9e/bEJT9Y23pxe/hDgAABAgQIECBAgMAkBTxGgAABAkUJCK6Kkpzidfp6e+P2226LU752ciz6+sLY+uyz8bNrrolp06bF5Zf/qHWePl82NBRLli6Nc1aujJkzZ8Z11/8i7rv33jj5pAVxwfe/FxdceGEsWbJkiruxPQECBAgQIEDgMwHfCBAgQIAAgUYLCK5qMv7TTj89Hn3s8dixc1e8+trr8dDDj8TcuXNb3aXv6Tx9/tL2l+O6666Pvr6+1rX0IvZDzz3/wrZYvXpN9PT0tK75QoAAAQL1EtANAQIECBAgQIAAgdwEBFe5TUy9BAhUQUANBAgQIECAAAECBAgQIFCCgOCqBGRbjCXgGgECBAgQIECAAAECBAgQIFB/gcl1KLianJunCBAgQIAAAQIECBAgQIDA1AjYlUCDBARXDRq2VgkQIECAAAECBAgQaBdwRoAAAQLVFhBcVXs+qiNAgAABAgQI5CKgTgIECBAgQIBA4QKCq8JJLUiAAAECBDoV8DwBAgQIECBAgAABAklAcJUUHAQI1FdAZwQIECBAgAABAgQIECCQrYDgKtvRlV+4HQkQIECAAAECBAgQIECAAIH6C1SpQ8FVlaahFgIECBAgQIAAAQIECBCok4BeCBDoUEBw1SGgxwkQIECAAAECBAgQKEPAHgQIECDQRAHBVROnrmcCBAgQIECg2QK6J0CAAAECBAhkIiC4ymRQyiRAgACBagqoigABAgQIECBAgACB7gkIrrpna2UCBCYm4G4CBAgQIECAAAECBAgQINAmILhq46jLiT4IECBAgAABAgQIECBAgACB+gvUv0PBVf1nrEMCBAgQIECAAAECBAgQGE/AdQIEKikguKrkWBRFgAABAgQIECBAIF8BlRMgQIAAgaIEBFdFSVqHAAECBAgQIFC8gBUJECBAgAABAo0WEFw1evyaJ0CAQJME9EqAAAECBAgQIECAQG4CgqvcJqZeAlUQUAMBAgQIECBAgAABAgQIEChBQHBVAvJYW7hGgAABAgQIECBAgAABAgQI1F9Ah5MTEFxNzs1TBAgQIECAAAECBAgQIDA1AnYlQKBBAoKrBg1bqwQIECBAgAABAgTaBZwRIECAAIFqCwiuqj0f1REgQIAAAQK5CKiTAAECBAgQIECgcAHBVeGkFiRAgACBTgU8T4AAAQIECBAgQIAAgSQguEoKDgL1FdAZAQIECBAgQIAAAQIECBDIVkBwddSjcyMBAgQIECBAgAABAgQIECBQfwEdVklAcFWlaaiFAAECBAgQIECAAAECdRLQCwECBDoUEFx1COhxAgQIECBAgAABAmUI2IMAAQIECDRRQHCVwdQ/Gh4Ox3AGk1IiAQIECGQioEwCBAgQIECAAIFMBARXFR5UX9/0GP5oOHbv/rdjxGD/8P7o7e2r8MSURqCJAnomQIAAAQIECBAgQIBA9wQEV92z7Xjlvr6+OOnkUxyHGSSTjmGruoC6CBAgQIAAAQIECBAgQIAAgTaBWgZXbR06IUCAAAECBAgQIECAAAECBGopoKn6Cwiu6j9jHRIgQIAAAQIECBAgQGA8AdcJECBQSQHBVSXHoigCBAgQIECAAIF8BVROgAABAgQIFCUguCpK0joECBAgQIBA8QJWJECAAAECBAgQaLSA4KrR49c8AQJNEtArAQIECBAgQIAAAQIEchMQXOU2MfVWQUANBAgQIECAAAECBAgQIECAQAkCUxxcldChLQgQIECAAAECBAgQIECAAIEpFrA9gckJCK4m5+YpAgQIECBAgAABAgQITI2AXQkQINAgAcFVg4atVQIECBAgQIAAgXYBZwQIECBAgEC1BQRX1Z6P6ggQIECAQC4C6iRAgAABAgQIECBQuIDgqnBSCxIgQKBTAc8TIECAAAECBAgQIECAQBIQXCUFR30FdEaAAAECBAgQIECAAAECBAhkK3DUwVW2HSqcAAECBAgQIECAAAECBAgQOGoBNxKokoDgqkrTUAsBAgQIECBAgAABAnUS0AsBAgQIdCgguOoQ0OMECBAgQIAAAQJlCNiDAAECBAgQaKKA4KqJU9czAQIECDRbQPcECBAgQIAAAQIEMhEQXGUyKGUSIFBNAVURIECAAAECBAgQIECAQPcEBFfds7XyxATcTYAAAQIECBAgQIAAAQIECNRfYEIdCq4mxOVmAgQIECBAgAABAgQIECBQFQF1EKi/wP8AAAD//zqJijQAAAAGSURBVAMArcLok2TpU4IAAAAASUVORK5CYII=&quot;"/>
    <we:property name="snapshotTimestamp" value="&quot;1763931779062&quot;"/>
    <we:property name="snapshotAltText" value="&quot;Certification_Tracker, Page 2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f96eb1-b517-4c1a-9bab-1b686497687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3EF3978F8631418AC5DBEE0016DF18" ma:contentTypeVersion="17" ma:contentTypeDescription="Ein neues Dokument erstellen." ma:contentTypeScope="" ma:versionID="54ff08ef45f26fbacbcc0071b19d6d16">
  <xsd:schema xmlns:xsd="http://www.w3.org/2001/XMLSchema" xmlns:xs="http://www.w3.org/2001/XMLSchema" xmlns:p="http://schemas.microsoft.com/office/2006/metadata/properties" xmlns:ns3="f116553c-f143-4569-95ac-548c31a724b5" xmlns:ns4="5df96eb1-b517-4c1a-9bab-1b686497687b" targetNamespace="http://schemas.microsoft.com/office/2006/metadata/properties" ma:root="true" ma:fieldsID="fadab379a7713538b72cc88d46d390f0" ns3:_="" ns4:_="">
    <xsd:import namespace="f116553c-f143-4569-95ac-548c31a724b5"/>
    <xsd:import namespace="5df96eb1-b517-4c1a-9bab-1b686497687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16553c-f143-4569-95ac-548c31a724b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f96eb1-b517-4c1a-9bab-1b68649768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5df96eb1-b517-4c1a-9bab-1b686497687b"/>
    <ds:schemaRef ds:uri="f116553c-f143-4569-95ac-548c31a724b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4BB6BF-AD60-48BB-A422-27B032566F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16553c-f143-4569-95ac-548c31a724b5"/>
    <ds:schemaRef ds:uri="5df96eb1-b517-4c1a-9bab-1b68649768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 Light</vt:lpstr>
      <vt:lpstr>Office Theme</vt:lpstr>
      <vt:lpstr>Microsoft Power BI</vt:lpstr>
      <vt:lpstr>Certification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Anthony Yao-Bama</cp:lastModifiedBy>
  <cp:revision>5</cp:revision>
  <dcterms:created xsi:type="dcterms:W3CDTF">2018-06-07T21:39:02Z</dcterms:created>
  <dcterms:modified xsi:type="dcterms:W3CDTF">2025-11-23T21:03:42Z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0x010100C73EF3978F8631418AC5DBEE0016DF18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